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3cfa9ec0344337" /><Relationship Type="http://schemas.openxmlformats.org/officeDocument/2006/relationships/extended-properties" Target="/docProps/app.xml" Id="R4df80329f153418d" /><Relationship Type="http://schemas.openxmlformats.org/officeDocument/2006/relationships/officeDocument" Target="/ppt/presentation.xml" Id="Rc12f64fee51e40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5a22483db84f41"/>
  </p:sldMasterIdLst>
  <p:notesMasterIdLst>
    <p:notesMasterId xmlns:r="http://schemas.openxmlformats.org/officeDocument/2006/relationships" r:id="R7eed514a75964fd0"/>
  </p:notesMasterIdLst>
  <p:sldIdLst>
    <p:sldId xmlns:r="http://schemas.openxmlformats.org/officeDocument/2006/relationships" id="256" r:id="Redc3daee743e43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e876b2c1094261" /><Relationship Type="http://schemas.openxmlformats.org/officeDocument/2006/relationships/slideMaster" Target="/ppt/slideMasters/slideMaster1.xml" Id="Re25a22483db84f41" /><Relationship Type="http://schemas.openxmlformats.org/officeDocument/2006/relationships/notesMaster" Target="/ppt/notesMasters/notesMaster1.xml" Id="R7eed514a75964fd0" /><Relationship Type="http://schemas.openxmlformats.org/officeDocument/2006/relationships/presProps" Target="/ppt/presProps.xml" Id="R3a8efe3edaf2404e" /><Relationship Type="http://schemas.openxmlformats.org/officeDocument/2006/relationships/tableStyles" Target="/ppt/tableStyles.xml" Id="R26fc683d131a4da3" /><Relationship Type="http://schemas.openxmlformats.org/officeDocument/2006/relationships/slide" Target="/ppt/slides/slide1.xml" Id="Redc3daee743e43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b4063871fa41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8e7b45f23b4dbf" /><Relationship Type="http://schemas.openxmlformats.org/officeDocument/2006/relationships/notesMaster" Target="/ppt/notesMasters/notesMaster1.xml" Id="R77e45b51435a46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ユーザー提供 CP-10.5_InstallLocalLLM.md。補足確認: https://ollama.com/download/windows （Windows 10以降、PowerShellインストール）、https://ollama.com/library/qwen3:8b （ollama run qwen3:8b、モデル約5.2GB）。2026-10-07確認。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4d0ec10404b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46d7fa1ea24de2" /><Relationship Type="http://schemas.openxmlformats.org/officeDocument/2006/relationships/slideLayout" Target="/ppt/slideLayouts/slideLayout1.xml" Id="R78654e30f2ae4c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654e30f2ae4c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6df914f5e4a37" /><Relationship Type="http://schemas.openxmlformats.org/officeDocument/2006/relationships/notesSlide" Target="/ppt/notesSlides/notesSlide1.xml" Id="R1b6a4b6d832340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FB21EE-1A41-4F69-9DD8-7CC3A986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B6831-6600-4A94-A368-990F3F96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2304A"/>
                </a:solidFill>
                <a:latin typeface="Yu Gothic"/>
                <a:ea typeface="Yu Gothic"/>
                <a:cs typeface="Yu Gothic"/>
              </a:rPr>
              <a:t>Windowsで始める Local 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EA571-F6A1-4DB9-9E39-5F6F08DF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7B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677B8"/>
                </a:solidFill>
                <a:latin typeface="Yu Gothic"/>
                <a:ea typeface="Yu Gothic"/>
                <a:cs typeface="Yu Gothic"/>
              </a:rPr>
              <a:t>Ollama + Qwen3:8b の導入と動作確認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ED741-BCD4-4019-9166-A9BAD1A3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5E0E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D031D-6D87-495A-87C0-5F710ADE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2304A"/>
                </a:solidFill>
                <a:latin typeface="Yu Gothic"/>
                <a:ea typeface="Yu Gothic"/>
                <a:cs typeface="Yu Gothic"/>
              </a:rPr>
              <a:t>前提  Windows 10以降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9718F-D141-42C4-9CA5-41A993DE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953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B76"/>
                </a:solidFill>
                <a:latin typeface="Yu Gothic"/>
                <a:ea typeface="Yu Gothic"/>
                <a:cs typeface="Yu Gothic"/>
              </a:rPr>
              <a:t>空き容量  6GB以上を推奨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7F6DE-9A6C-402D-B76D-EC00A303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429000" cy="37909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A73FF-3002-4B33-AB05-0B480415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4290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76DE5-D37C-4B25-AEB7-076935DE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6CFE0-2E34-49E8-BC89-BBEB4B50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EA017-C52D-4E21-8E7A-495E0641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906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5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2304A"/>
                </a:solidFill>
                <a:latin typeface="Yu Gothic"/>
                <a:ea typeface="Yu Gothic"/>
                <a:cs typeface="Yu Gothic"/>
              </a:rPr>
              <a:t>Ollamaをインストール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A919E-2C05-4BD9-8229-7001E2A7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rPr>
              <a:t>公式サイトから Windows版を取得</a:t>
            </a:r>
          </a:p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rPr>
              <a:t>OllamaSetup.exe を実行</a:t>
            </a:r>
          </a:p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rPr>
              <a:t>完了後、新しいPowerShellを開く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4F266-AF02-41B9-BE36-11F16EFC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97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2530"/>
          </a:solidFill>
          <a:ln xmlns:a="http://schemas.openxmlformats.org/drawingml/2006/main" w="9525">
            <a:solidFill>
              <a:srgbClr val="17253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7146F-FCA1-4EE0-AE5F-C30E0FA1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9F2F7"/>
                </a:solidFill>
                <a:latin typeface="Consolas"/>
                <a:ea typeface="Consolas"/>
                <a:cs typeface="Consolas"/>
              </a:rPr>
              <a:t>ollama --version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92847-50BB-4D9E-A478-45C4D4E7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971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8F3"/>
          </a:solidFill>
          <a:ln xmlns:a="http://schemas.openxmlformats.org/drawingml/2006/main" w="9525">
            <a:solidFill>
              <a:srgbClr val="CFE9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7579D-67A9-41E3-B89A-2F63F207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5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E8B57"/>
                </a:solidFill>
                <a:latin typeface="Yu Gothic"/>
                <a:ea typeface="Yu Gothic"/>
                <a:cs typeface="Yu Gothic"/>
              </a:rPr>
              <a:t>✓  バージョンが表示されれば完了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87F81-E491-4AD3-870A-3D3972BD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33500"/>
            <a:ext cx="3429000" cy="37909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7A098-0857-4DE5-BAF0-75EA16C8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33500"/>
            <a:ext cx="34290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C84"/>
          </a:solidFill>
          <a:ln xmlns:a="http://schemas.openxmlformats.org/drawingml/2006/main" w="9525">
            <a:solidFill>
              <a:srgbClr val="0B8C8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8B851-887C-415B-8EFB-44B32160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906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8C84"/>
          </a:solidFill>
          <a:ln xmlns:a="http://schemas.openxmlformats.org/drawingml/2006/main" w="9525">
            <a:solidFill>
              <a:srgbClr val="0B8C8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E3FBB5-BD28-4DAA-9221-45576DF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002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9A8DCE-EBE2-4C9C-8B82-0EF4C9AD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906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2304A"/>
                </a:solidFill>
                <a:latin typeface="Yu Gothic"/>
                <a:ea typeface="Yu Gothic"/>
                <a:cs typeface="Yu Gothic"/>
              </a:rPr>
              <a:t>Qwen3:8bを取得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127F6A-38DD-4027-B91B-410A6D41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52650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rPr>
              <a:t>モデルをダウンロードします</a:t>
            </a:r>
          </a:p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rPr>
              <a:t>初回のみ数分〜数十分かかります</a:t>
            </a:r>
          </a:p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rPr>
              <a:t>目安サイズは約5.2GB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5FC573-F7B7-4149-8942-3919BC2C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297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2530"/>
          </a:solidFill>
          <a:ln xmlns:a="http://schemas.openxmlformats.org/drawingml/2006/main" w="9525">
            <a:solidFill>
              <a:srgbClr val="17253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08B8BC-FAD8-4667-AE0B-F7E31436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9F2F7"/>
                </a:solidFill>
                <a:latin typeface="Consolas"/>
                <a:ea typeface="Consolas"/>
                <a:cs typeface="Consolas"/>
              </a:rPr>
              <a:t>ollama pull qwen3:8b</a:t>
            </a:r>
          </a:p>
          <a:p xmlns:a="http://schemas.openxmlformats.org/drawingml/2006/main">
            <a:pPr algn="l">
              <a:defRPr sz="1275" b="0">
                <a:solidFill>
                  <a:srgbClr val="E9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9F2F7"/>
                </a:solidFill>
                <a:latin typeface="Consolas"/>
                <a:ea typeface="Consolas"/>
                <a:cs typeface="Consolas"/>
              </a:rPr>
              <a:t>ollama 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6BE399-3D96-4251-A952-BA0BB260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00550"/>
            <a:ext cx="2971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8F3"/>
          </a:solidFill>
          <a:ln xmlns:a="http://schemas.openxmlformats.org/drawingml/2006/main" w="9525">
            <a:solidFill>
              <a:srgbClr val="CFE9D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DCDB25-421F-4597-BE93-D4EAEE48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958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5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E8B57"/>
                </a:solidFill>
                <a:latin typeface="Yu Gothic"/>
                <a:ea typeface="Yu Gothic"/>
                <a:cs typeface="Yu Gothic"/>
              </a:rPr>
              <a:t>✓  一覧に qwen3:8b があれば完了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BAEBC5-74C2-4AB2-925F-6E792434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3429000" cy="37909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08620B-7AF5-49CC-B848-5D63F457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34290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2E8B5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63640D-CEE6-4D3A-8F96-35AD09FC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906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2E8B5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94C9BF-9C88-496F-B41E-6E4E6920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002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629D63-ECEB-48D8-8267-EEB70DCB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906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2304A"/>
                </a:solidFill>
                <a:latin typeface="Yu Gothic"/>
                <a:ea typeface="Yu Gothic"/>
                <a:cs typeface="Yu Gothic"/>
              </a:rPr>
              <a:t>対話して動作確認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DBDA64-6057-4E6E-BE1E-12D9C678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rPr>
              <a:t>モデルを起動し、日本語で質問します</a:t>
            </a:r>
          </a:p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62A3A"/>
                </a:solidFill>
                <a:latin typeface="Yu Gothic"/>
                <a:ea typeface="Yu Gothic"/>
                <a:cs typeface="Yu Gothic"/>
              </a:rPr>
              <a:t>応答後は /bye で終了します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98F765-58F1-4C15-B44B-22C7F386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2971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2530"/>
          </a:solidFill>
          <a:ln xmlns:a="http://schemas.openxmlformats.org/drawingml/2006/main" w="9525">
            <a:solidFill>
              <a:srgbClr val="17253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B9DC81-FF73-4B64-8C10-D920450A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667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9F2F7"/>
                </a:solidFill>
                <a:latin typeface="Consolas"/>
                <a:ea typeface="Consolas"/>
                <a:cs typeface="Consolas"/>
              </a:rPr>
              <a:t>ollama run qwen3:8b</a:t>
            </a:r>
          </a:p>
          <a:p xmlns:a="http://schemas.openxmlformats.org/drawingml/2006/main">
            <a:pPr algn="l">
              <a:defRPr sz="1275" b="0">
                <a:solidFill>
                  <a:srgbClr val="E9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9F2F7"/>
                </a:solidFill>
                <a:latin typeface="Consolas"/>
                <a:ea typeface="Consolas"/>
                <a:cs typeface="Consolas"/>
              </a:rPr>
              <a:t>&gt; 日本語で「接続成功」とだけ</a:t>
            </a:r>
          </a:p>
          <a:p xmlns:a="http://schemas.openxmlformats.org/drawingml/2006/main">
            <a:pPr algn="l">
              <a:defRPr sz="1275" b="0">
                <a:solidFill>
                  <a:srgbClr val="E9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9F2F7"/>
                </a:solidFill>
                <a:latin typeface="Consolas"/>
                <a:ea typeface="Consolas"/>
                <a:cs typeface="Consolas"/>
              </a:rPr>
              <a:t>  答えてください。</a:t>
            </a:r>
          </a:p>
          <a:p xmlns:a="http://schemas.openxmlformats.org/drawingml/2006/main">
            <a:pPr algn="l">
              <a:defRPr sz="1275" b="0">
                <a:solidFill>
                  <a:srgbClr val="E9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9F2F7"/>
                </a:solidFill>
                <a:latin typeface="Consolas"/>
                <a:ea typeface="Consolas"/>
                <a:cs typeface="Consolas"/>
              </a:rPr>
              <a:t>&gt; /bye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128B15-5032-4C2C-8DFE-D1F1B13A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00550"/>
            <a:ext cx="2971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8F3"/>
          </a:solidFill>
          <a:ln xmlns:a="http://schemas.openxmlformats.org/drawingml/2006/main" w="9525">
            <a:solidFill>
              <a:srgbClr val="CFE9D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B96830-129C-45EA-B00E-344C2B95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958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5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E8B57"/>
                </a:solidFill>
                <a:latin typeface="Yu Gothic"/>
                <a:ea typeface="Yu Gothic"/>
                <a:cs typeface="Yu Gothic"/>
              </a:rPr>
              <a:t>✓  日本語の応答が返れば成功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8FF9A5-9C42-420E-ADA8-70129768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1104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E2"/>
          </a:solidFill>
          <a:ln xmlns:a="http://schemas.openxmlformats.org/drawingml/2006/main" w="9525">
            <a:solidFill>
              <a:srgbClr val="F0D58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5CD4F7-9DE4-4501-81CD-F23FE396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45D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845D00"/>
                </a:solidFill>
                <a:latin typeface="Yu Gothic"/>
                <a:ea typeface="Yu Gothic"/>
                <a:cs typeface="Yu Gothic"/>
              </a:rPr>
              <a:t>つまずいたとき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AE2814-049E-4D9A-8811-43FC3EFF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67350"/>
            <a:ext cx="891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A3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62A3A"/>
                </a:solidFill>
                <a:latin typeface="Yu Gothic"/>
                <a:ea typeface="Yu Gothic"/>
                <a:cs typeface="Yu Gothic"/>
              </a:rPr>
              <a:t>「ollama が見つからない」: PowerShellを閉じて開き直す　　接続できない: スタートメニューからOllamaを起動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221AAF-3567-425F-90D5-B4CAC55F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626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04A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2304A"/>
                </a:solidFill>
                <a:latin typeface="Yu Gothic"/>
                <a:ea typeface="Yu Gothic"/>
                <a:cs typeface="Yu Gothic"/>
              </a:rPr>
              <a:t>確認の基準  ① バージョン表示　② ollama list にモデル表示　③ Qwen3:8bが日本語で応答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6AE285-5B85-4A10-833D-1DF59FFB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6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D6B76"/>
                </a:solidFill>
                <a:latin typeface="Yu Gothic"/>
                <a:ea typeface="Yu Gothic"/>
                <a:cs typeface="Yu Gothic"/>
              </a:rPr>
              <a:t>公式: ollama.com/download/windows  /  ollama.com/library/qwen3:8b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037E55-3900-49F8-82BC-49EEA02D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81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6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D6B76"/>
                </a:solidFill>
                <a:latin typeface="Yu Gothic"/>
                <a:ea typeface="Yu Gothic"/>
                <a:cs typeface="Yu Gothic"/>
              </a:rPr>
              <a:t>CP-10.5  Local LLM導入</a:t>
            </a:r>
          </a:p>
        </p:txBody>
      </p:sp>
    </p:spTree>
    <p:extLst>
      <p:ext uri="{BB962C8B-B14F-4D97-AF65-F5344CB8AC3E}">
        <p14:creationId xmlns:p14="http://schemas.microsoft.com/office/powerpoint/2010/main" val="1406401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2026-10-07T12:06:19.9290000Z</dcterms:created>
  <dcterms:modified xsi:type="dcterms:W3CDTF">2026-10-07T12:06:19.9290000Z</dcterms:modified>
</coreProperties>
</file>