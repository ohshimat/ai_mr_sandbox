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78240" y="65105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AI-MR Sandbox / Preparation for CP11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88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88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ローカルLLMの導入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CP11に向けた準備：Ollama上でQwen3:8bを動かし，ローカル対話まで確認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EAF2F8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581912"/>
            <a:ext cx="502920" cy="50292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910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5727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Ollamaをインストール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" y="2221992"/>
            <a:ext cx="293522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Local LLM Runtime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・モデルの管理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・モデルの実行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・Local APIの提供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EDF4E8"/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581912"/>
            <a:ext cx="502920" cy="50292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5910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15727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Qwen3:8bを導入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6008" y="2221992"/>
            <a:ext cx="293522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LLM Model本体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Ollama上でモデルを取得・起動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75320" y="14173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0E5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9912" y="1581912"/>
            <a:ext cx="502920" cy="50292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15910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52560" y="15727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対話テスト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2221992"/>
            <a:ext cx="293522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ローカルPC上でQwen3:8bと対話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応答を確認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68496" y="1993392"/>
            <a:ext cx="347472" cy="566928"/>
          </a:xfrm>
          <a:prstGeom prst="chevron">
            <a:avLst/>
          </a:prstGeom>
          <a:solidFill>
            <a:srgbClr val="AAB4BF"/>
          </a:solidFill>
          <a:ln w="12700">
            <a:solidFill>
              <a:srgbClr val="AAB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8976" y="1993392"/>
            <a:ext cx="347472" cy="566928"/>
          </a:xfrm>
          <a:prstGeom prst="chevron">
            <a:avLst/>
          </a:prstGeom>
          <a:solidFill>
            <a:srgbClr val="AAB4BF"/>
          </a:solidFill>
          <a:ln w="12700">
            <a:solidFill>
              <a:srgbClr val="AAB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4440" y="3794760"/>
            <a:ext cx="9738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4005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役割の分離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246120" y="3913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Ollama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816352" y="4370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＝ 実行環境（Runtime）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29984" y="3913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AD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Qwen3:8b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73952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＝ LLMモデル本体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806440" y="3931920"/>
            <a:ext cx="0" cy="822960"/>
          </a:xfrm>
          <a:prstGeom prst="line">
            <a:avLst/>
          </a:prstGeom>
          <a:noFill/>
          <a:ln w="12700">
            <a:solidFill>
              <a:srgbClr val="C8CD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16352" y="5486400"/>
            <a:ext cx="6537960" cy="658368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70AD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35808" y="5660136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3766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準備完了：Ollama ✓　Qwen3:8b ✓　Local Interactive Test ✓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88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PythonからローカルLLMへ接続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localhost上のOllama APIを介してQwen3:8bへ問い合わせ，応答がPythonへ戻ることを確認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28800" cy="804672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64592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Python Script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606040" y="1417320"/>
            <a:ext cx="1965960" cy="804672"/>
          </a:xfrm>
          <a:prstGeom prst="roundRect">
            <a:avLst/>
          </a:prstGeom>
          <a:solidFill>
            <a:srgbClr val="F4F4F4"/>
          </a:solidFill>
          <a:ln w="17780">
            <a:solidFill>
              <a:srgbClr val="7F8C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9192" y="164592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localhost:11434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892040" y="1417320"/>
            <a:ext cx="1691640" cy="804672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16459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Ollama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903720" y="1417320"/>
            <a:ext cx="1737360" cy="804672"/>
          </a:xfrm>
          <a:prstGeom prst="roundRect">
            <a:avLst/>
          </a:prstGeom>
          <a:solidFill>
            <a:srgbClr val="EDF4E8"/>
          </a:solidFill>
          <a:ln w="17780">
            <a:solidFill>
              <a:srgbClr val="70AD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76872" y="164592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Qwen3:8b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61120" y="1417320"/>
            <a:ext cx="2606040" cy="804672"/>
          </a:xfrm>
          <a:prstGeom prst="roundRect">
            <a:avLst/>
          </a:prstGeom>
          <a:solidFill>
            <a:srgbClr val="FFF0E5"/>
          </a:solidFill>
          <a:ln w="1778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34272" y="1645920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Response → Python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359152" y="1591056"/>
            <a:ext cx="201168" cy="438912"/>
          </a:xfrm>
          <a:prstGeom prst="chevron">
            <a:avLst/>
          </a:prstGeom>
          <a:solidFill>
            <a:srgbClr val="AAB4BF"/>
          </a:solidFill>
          <a:ln w="12700">
            <a:solidFill>
              <a:srgbClr val="AAB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5152" y="1591056"/>
            <a:ext cx="201168" cy="438912"/>
          </a:xfrm>
          <a:prstGeom prst="chevron">
            <a:avLst/>
          </a:prstGeom>
          <a:solidFill>
            <a:srgbClr val="AAB4BF"/>
          </a:solidFill>
          <a:ln w="12700">
            <a:solidFill>
              <a:srgbClr val="AAB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1591056"/>
            <a:ext cx="201168" cy="438912"/>
          </a:xfrm>
          <a:prstGeom prst="chevron">
            <a:avLst/>
          </a:prstGeom>
          <a:solidFill>
            <a:srgbClr val="AAB4BF"/>
          </a:solidFill>
          <a:ln w="12700">
            <a:solidFill>
              <a:srgbClr val="AAB4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14232" y="1591056"/>
            <a:ext cx="201168" cy="438912"/>
          </a:xfrm>
          <a:prstGeom prst="chevron">
            <a:avLst/>
          </a:prstGeom>
          <a:solidFill>
            <a:srgbClr val="AAB4BF"/>
          </a:solidFill>
          <a:ln w="12700">
            <a:solidFill>
              <a:srgbClr val="AAB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304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HTTP / JSON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788920"/>
            <a:ext cx="5669280" cy="24871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8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999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最小テストコード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4400" y="3401568"/>
            <a:ext cx="5074920" cy="1508760"/>
          </a:xfrm>
          <a:prstGeom prst="rect">
            <a:avLst/>
          </a:prstGeom>
          <a:solidFill>
            <a:srgbClr val="F6F7F8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D2D2D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url = "http://localhost:11434/api/generate"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2D2D2D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data = 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2D2D2D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"model": "qwen3:8b",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2D2D2D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"prompt": "こんにちは。短く答えてください。",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2D2D2D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"stream": False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2D2D2D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}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2D2D2D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# urllib.request でPOST → JSON応答を取得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914400" y="495604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Python標準Libraryのみ使用（追加Package不要）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20840" y="2788920"/>
            <a:ext cx="4800600" cy="1115568"/>
          </a:xfrm>
          <a:prstGeom prst="roundRect">
            <a:avLst/>
          </a:prstGeom>
          <a:solidFill>
            <a:srgbClr val="E2F0D9"/>
          </a:solidFill>
          <a:ln w="15240">
            <a:solidFill>
              <a:srgbClr val="70A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66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接続テスト結果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040880" y="3410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E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Python → Ollama → Qwen3:8b → Python　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20840" y="4224528"/>
            <a:ext cx="4800600" cy="1572768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D6A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44622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8A65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次の段階：自然言語 → Structured JSON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7059168" y="4846320"/>
            <a:ext cx="40690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「私の右へ移動してください」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　　↓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{ action: move, reference: Human_1, direction: right }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6720840" y="60167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CP11では，このJSONを既存のSandboxRuntimeへ接続する．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88888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ローカルLLM導入とPython連携テスト</dc:title>
  <dc:subject>Local LLM preparation for AI-MR Sandbox</dc:subject>
  <dc:creator>OpenAI</dc:creator>
  <cp:lastModifiedBy>OpenAI</cp:lastModifiedBy>
  <cp:revision>1</cp:revision>
  <dcterms:created xsi:type="dcterms:W3CDTF">2026-10-07T11:38:56Z</dcterms:created>
  <dcterms:modified xsi:type="dcterms:W3CDTF">2026-10-07T11:38:56Z</dcterms:modified>
</cp:coreProperties>
</file>