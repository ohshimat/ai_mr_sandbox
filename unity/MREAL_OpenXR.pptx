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67" r:id="rId4"/>
    <p:sldId id="268" r:id="rId5"/>
    <p:sldId id="266" r:id="rId6"/>
    <p:sldId id="258" r:id="rId7"/>
    <p:sldId id="263" r:id="rId8"/>
    <p:sldId id="265" r:id="rId9"/>
    <p:sldId id="259" r:id="rId10"/>
    <p:sldId id="264" r:id="rId11"/>
    <p:sldId id="269" r:id="rId12"/>
    <p:sldId id="260" r:id="rId13"/>
    <p:sldId id="270" r:id="rId14"/>
    <p:sldId id="273" r:id="rId15"/>
    <p:sldId id="272" r:id="rId16"/>
    <p:sldId id="274" r:id="rId17"/>
    <p:sldId id="261" r:id="rId18"/>
    <p:sldId id="275" r:id="rId1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46" d="100"/>
          <a:sy n="46" d="100"/>
        </p:scale>
        <p:origin x="732"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normAutofit/>
          </a:bodyPr>
          <a:lstStyle>
            <a:lvl1pPr algn="ctr">
              <a:defRPr sz="36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E1654331-A05E-4EA4-A2F1-438074A382F3}" type="datetimeFigureOut">
              <a:rPr kumimoji="1" lang="ja-JP" altLang="en-US" smtClean="0"/>
              <a:t>2026/9/25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4437FF9-EE31-43AA-84D4-AABBDB9613E6}" type="slidenum">
              <a:rPr kumimoji="1" lang="ja-JP" altLang="en-US" smtClean="0"/>
              <a:t>‹#›</a:t>
            </a:fld>
            <a:endParaRPr kumimoji="1" lang="ja-JP" altLang="en-US"/>
          </a:p>
        </p:txBody>
      </p:sp>
    </p:spTree>
    <p:extLst>
      <p:ext uri="{BB962C8B-B14F-4D97-AF65-F5344CB8AC3E}">
        <p14:creationId xmlns:p14="http://schemas.microsoft.com/office/powerpoint/2010/main" val="143768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5"/>
            <a:ext cx="10515600" cy="557667"/>
          </a:xfrm>
        </p:spPr>
        <p:txBody>
          <a:bodyPr>
            <a:normAutofit/>
          </a:bodyPr>
          <a:lstStyle>
            <a:lvl1pPr marL="457200" indent="-457200">
              <a:buFont typeface="Wingdings" panose="05000000000000000000" pitchFamily="2" charset="2"/>
              <a:buChar char="Ø"/>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838200" y="1102179"/>
            <a:ext cx="10515600" cy="5074784"/>
          </a:xfrm>
        </p:spPr>
        <p:txBody>
          <a:bodyPr>
            <a:normAutofit/>
          </a:bodyPr>
          <a:lstStyle>
            <a:lvl1pPr marL="228600" marR="0" indent="-228600" algn="l" defTabSz="914400" rtl="0" eaLnBrk="1" fontAlgn="auto" latinLnBrk="0" hangingPunct="1">
              <a:lnSpc>
                <a:spcPct val="100000"/>
              </a:lnSpc>
              <a:spcBef>
                <a:spcPts val="200"/>
              </a:spcBef>
              <a:spcAft>
                <a:spcPts val="0"/>
              </a:spcAft>
              <a:buClrTx/>
              <a:buSzTx/>
              <a:buFont typeface="ＭＳ Ｐゴシック" panose="020B0600070205080204" pitchFamily="50" charset="-128"/>
              <a:buChar char="▼"/>
              <a:tabLst/>
              <a:defRPr sz="1600"/>
            </a:lvl1pPr>
            <a:lvl2pPr marL="452438" marR="0" indent="-276225" algn="l" defTabSz="914400" rtl="0" eaLnBrk="1" fontAlgn="auto" latinLnBrk="0" hangingPunct="1">
              <a:lnSpc>
                <a:spcPct val="100000"/>
              </a:lnSpc>
              <a:spcBef>
                <a:spcPts val="200"/>
              </a:spcBef>
              <a:spcAft>
                <a:spcPts val="0"/>
              </a:spcAft>
              <a:buClrTx/>
              <a:buSzTx/>
              <a:buFont typeface="Wingdings" panose="05000000000000000000" pitchFamily="2" charset="2"/>
              <a:buChar char="u"/>
              <a:tabLst/>
              <a:defRPr sz="1400"/>
            </a:lvl2pPr>
            <a:lvl3pPr marL="582613" marR="0" indent="-228600" algn="l" defTabSz="914400" rtl="0" eaLnBrk="1" fontAlgn="auto" latinLnBrk="0" hangingPunct="1">
              <a:lnSpc>
                <a:spcPct val="100000"/>
              </a:lnSpc>
              <a:spcBef>
                <a:spcPts val="200"/>
              </a:spcBef>
              <a:spcAft>
                <a:spcPts val="0"/>
              </a:spcAft>
              <a:buClrTx/>
              <a:buSzTx/>
              <a:buFont typeface="Wingdings" panose="05000000000000000000" pitchFamily="2" charset="2"/>
              <a:buChar char="n"/>
              <a:tabLst/>
              <a:defRPr sz="1200"/>
            </a:lvl3pPr>
            <a:lvl4pPr marL="717550" marR="0" indent="-176213"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sz="1100"/>
            </a:lvl4pPr>
            <a:lvl5pPr marL="895350" marR="0" indent="-17780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sz="1100"/>
            </a:lvl5pPr>
          </a:lstStyle>
          <a:p>
            <a:pPr marL="228600" marR="0" lvl="0" indent="-228600" algn="l" defTabSz="914400" rtl="0" eaLnBrk="1" fontAlgn="auto" latinLnBrk="0" hangingPunct="1">
              <a:lnSpc>
                <a:spcPct val="100000"/>
              </a:lnSpc>
              <a:spcBef>
                <a:spcPts val="200"/>
              </a:spcBef>
              <a:spcAft>
                <a:spcPts val="0"/>
              </a:spcAft>
              <a:buClrTx/>
              <a:buSzTx/>
              <a:buFont typeface="ＭＳ Ｐゴシック" panose="020B0600070205080204" pitchFamily="50" charset="-128"/>
              <a:buChar char="▼"/>
              <a:tabLst/>
              <a:defRPr/>
            </a:pPr>
            <a:r>
              <a:rPr kumimoji="1" lang="ja-JP" altLang="en-US" sz="1600" b="0" i="0" u="none" strike="noStrike" kern="1200" cap="none" spc="0" normalizeH="0" baseline="0" noProof="0">
                <a:ln>
                  <a:noFill/>
                </a:ln>
                <a:solidFill>
                  <a:prstClr val="black"/>
                </a:solidFill>
                <a:effectLst/>
                <a:uLnTx/>
                <a:uFillTx/>
                <a:latin typeface="+mn-lt"/>
                <a:ea typeface="+mn-ea"/>
                <a:cs typeface="+mn-cs"/>
              </a:rPr>
              <a:t>マスター テキストの書式設定</a:t>
            </a:r>
          </a:p>
          <a:p>
            <a:pPr marL="228600" marR="0" lvl="1" indent="-228600" algn="l" defTabSz="914400" rtl="0" eaLnBrk="1" fontAlgn="auto" latinLnBrk="0" hangingPunct="1">
              <a:lnSpc>
                <a:spcPct val="100000"/>
              </a:lnSpc>
              <a:spcBef>
                <a:spcPts val="200"/>
              </a:spcBef>
              <a:spcAft>
                <a:spcPts val="0"/>
              </a:spcAft>
              <a:buClrTx/>
              <a:buSzTx/>
              <a:buFont typeface="ＭＳ Ｐゴシック" panose="020B0600070205080204" pitchFamily="50" charset="-128"/>
              <a:buChar char="▼"/>
              <a:tabLst/>
              <a:defRPr/>
            </a:pPr>
            <a:r>
              <a:rPr kumimoji="1" lang="ja-JP" altLang="en-US" sz="1600" b="0" i="0" u="none" strike="noStrike" kern="1200" cap="none" spc="0" normalizeH="0" baseline="0" noProof="0">
                <a:ln>
                  <a:noFill/>
                </a:ln>
                <a:solidFill>
                  <a:prstClr val="black"/>
                </a:solidFill>
                <a:effectLst/>
                <a:uLnTx/>
                <a:uFillTx/>
                <a:latin typeface="+mn-lt"/>
                <a:ea typeface="+mn-ea"/>
                <a:cs typeface="+mn-cs"/>
              </a:rPr>
              <a:t>第 </a:t>
            </a:r>
            <a:r>
              <a:rPr kumimoji="1" lang="en-US" altLang="ja-JP" sz="1600" b="0" i="0" u="none" strike="noStrike" kern="1200" cap="none" spc="0" normalizeH="0" baseline="0" noProof="0">
                <a:ln>
                  <a:noFill/>
                </a:ln>
                <a:solidFill>
                  <a:prstClr val="black"/>
                </a:solidFill>
                <a:effectLst/>
                <a:uLnTx/>
                <a:uFillTx/>
                <a:latin typeface="+mn-lt"/>
                <a:ea typeface="+mn-ea"/>
                <a:cs typeface="+mn-cs"/>
              </a:rPr>
              <a:t>2 </a:t>
            </a:r>
            <a:r>
              <a:rPr kumimoji="1" lang="ja-JP" altLang="en-US" sz="1600" b="0" i="0" u="none" strike="noStrike" kern="1200" cap="none" spc="0" normalizeH="0" baseline="0" noProof="0">
                <a:ln>
                  <a:noFill/>
                </a:ln>
                <a:solidFill>
                  <a:prstClr val="black"/>
                </a:solidFill>
                <a:effectLst/>
                <a:uLnTx/>
                <a:uFillTx/>
                <a:latin typeface="+mn-lt"/>
                <a:ea typeface="+mn-ea"/>
                <a:cs typeface="+mn-cs"/>
              </a:rPr>
              <a:t>レベル</a:t>
            </a:r>
          </a:p>
          <a:p>
            <a:pPr marL="228600" marR="0" lvl="2" indent="-228600" algn="l" defTabSz="914400" rtl="0" eaLnBrk="1" fontAlgn="auto" latinLnBrk="0" hangingPunct="1">
              <a:lnSpc>
                <a:spcPct val="100000"/>
              </a:lnSpc>
              <a:spcBef>
                <a:spcPts val="200"/>
              </a:spcBef>
              <a:spcAft>
                <a:spcPts val="0"/>
              </a:spcAft>
              <a:buClrTx/>
              <a:buSzTx/>
              <a:buFont typeface="ＭＳ Ｐゴシック" panose="020B0600070205080204" pitchFamily="50" charset="-128"/>
              <a:buChar char="▼"/>
              <a:tabLst/>
              <a:defRPr/>
            </a:pPr>
            <a:r>
              <a:rPr kumimoji="1" lang="ja-JP" altLang="en-US" sz="1600" b="0" i="0" u="none" strike="noStrike" kern="1200" cap="none" spc="0" normalizeH="0" baseline="0" noProof="0">
                <a:ln>
                  <a:noFill/>
                </a:ln>
                <a:solidFill>
                  <a:prstClr val="black"/>
                </a:solidFill>
                <a:effectLst/>
                <a:uLnTx/>
                <a:uFillTx/>
                <a:latin typeface="+mn-lt"/>
                <a:ea typeface="+mn-ea"/>
                <a:cs typeface="+mn-cs"/>
              </a:rPr>
              <a:t>第 </a:t>
            </a:r>
            <a:r>
              <a:rPr kumimoji="1" lang="en-US" altLang="ja-JP" sz="1600" b="0" i="0" u="none" strike="noStrike" kern="1200" cap="none" spc="0" normalizeH="0" baseline="0" noProof="0">
                <a:ln>
                  <a:noFill/>
                </a:ln>
                <a:solidFill>
                  <a:prstClr val="black"/>
                </a:solidFill>
                <a:effectLst/>
                <a:uLnTx/>
                <a:uFillTx/>
                <a:latin typeface="+mn-lt"/>
                <a:ea typeface="+mn-ea"/>
                <a:cs typeface="+mn-cs"/>
              </a:rPr>
              <a:t>3 </a:t>
            </a:r>
            <a:r>
              <a:rPr kumimoji="1" lang="ja-JP" altLang="en-US" sz="1600" b="0" i="0" u="none" strike="noStrike" kern="1200" cap="none" spc="0" normalizeH="0" baseline="0" noProof="0">
                <a:ln>
                  <a:noFill/>
                </a:ln>
                <a:solidFill>
                  <a:prstClr val="black"/>
                </a:solidFill>
                <a:effectLst/>
                <a:uLnTx/>
                <a:uFillTx/>
                <a:latin typeface="+mn-lt"/>
                <a:ea typeface="+mn-ea"/>
                <a:cs typeface="+mn-cs"/>
              </a:rPr>
              <a:t>レベル</a:t>
            </a:r>
          </a:p>
          <a:p>
            <a:pPr marL="228600" marR="0" lvl="3" indent="-228600" algn="l" defTabSz="914400" rtl="0" eaLnBrk="1" fontAlgn="auto" latinLnBrk="0" hangingPunct="1">
              <a:lnSpc>
                <a:spcPct val="100000"/>
              </a:lnSpc>
              <a:spcBef>
                <a:spcPts val="200"/>
              </a:spcBef>
              <a:spcAft>
                <a:spcPts val="0"/>
              </a:spcAft>
              <a:buClrTx/>
              <a:buSzTx/>
              <a:buFont typeface="ＭＳ Ｐゴシック" panose="020B0600070205080204" pitchFamily="50" charset="-128"/>
              <a:buChar char="▼"/>
              <a:tabLst/>
              <a:defRPr/>
            </a:pPr>
            <a:r>
              <a:rPr kumimoji="1" lang="ja-JP" altLang="en-US" sz="1600" b="0" i="0" u="none" strike="noStrike" kern="1200" cap="none" spc="0" normalizeH="0" baseline="0" noProof="0">
                <a:ln>
                  <a:noFill/>
                </a:ln>
                <a:solidFill>
                  <a:prstClr val="black"/>
                </a:solidFill>
                <a:effectLst/>
                <a:uLnTx/>
                <a:uFillTx/>
                <a:latin typeface="+mn-lt"/>
                <a:ea typeface="+mn-ea"/>
                <a:cs typeface="+mn-cs"/>
              </a:rPr>
              <a:t>第 </a:t>
            </a:r>
            <a:r>
              <a:rPr kumimoji="1" lang="en-US" altLang="ja-JP" sz="1600" b="0" i="0" u="none" strike="noStrike" kern="1200" cap="none" spc="0" normalizeH="0" baseline="0" noProof="0">
                <a:ln>
                  <a:noFill/>
                </a:ln>
                <a:solidFill>
                  <a:prstClr val="black"/>
                </a:solidFill>
                <a:effectLst/>
                <a:uLnTx/>
                <a:uFillTx/>
                <a:latin typeface="+mn-lt"/>
                <a:ea typeface="+mn-ea"/>
                <a:cs typeface="+mn-cs"/>
              </a:rPr>
              <a:t>4 </a:t>
            </a:r>
            <a:r>
              <a:rPr kumimoji="1" lang="ja-JP" altLang="en-US" sz="1600" b="0" i="0" u="none" strike="noStrike" kern="1200" cap="none" spc="0" normalizeH="0" baseline="0" noProof="0">
                <a:ln>
                  <a:noFill/>
                </a:ln>
                <a:solidFill>
                  <a:prstClr val="black"/>
                </a:solidFill>
                <a:effectLst/>
                <a:uLnTx/>
                <a:uFillTx/>
                <a:latin typeface="+mn-lt"/>
                <a:ea typeface="+mn-ea"/>
                <a:cs typeface="+mn-cs"/>
              </a:rPr>
              <a:t>レベル</a:t>
            </a:r>
          </a:p>
          <a:p>
            <a:pPr marL="228600" marR="0" lvl="4" indent="-228600" algn="l" defTabSz="914400" rtl="0" eaLnBrk="1" fontAlgn="auto" latinLnBrk="0" hangingPunct="1">
              <a:lnSpc>
                <a:spcPct val="100000"/>
              </a:lnSpc>
              <a:spcBef>
                <a:spcPts val="200"/>
              </a:spcBef>
              <a:spcAft>
                <a:spcPts val="0"/>
              </a:spcAft>
              <a:buClrTx/>
              <a:buSzTx/>
              <a:buFont typeface="ＭＳ Ｐゴシック" panose="020B0600070205080204" pitchFamily="50" charset="-128"/>
              <a:buChar char="▼"/>
              <a:tabLst/>
              <a:defRPr/>
            </a:pPr>
            <a:r>
              <a:rPr kumimoji="1" lang="ja-JP" altLang="en-US" sz="1600" b="0" i="0" u="none" strike="noStrike" kern="1200" cap="none" spc="0" normalizeH="0" baseline="0" noProof="0">
                <a:ln>
                  <a:noFill/>
                </a:ln>
                <a:solidFill>
                  <a:prstClr val="black"/>
                </a:solidFill>
                <a:effectLst/>
                <a:uLnTx/>
                <a:uFillTx/>
                <a:latin typeface="+mn-lt"/>
                <a:ea typeface="+mn-ea"/>
                <a:cs typeface="+mn-cs"/>
              </a:rPr>
              <a:t>第 </a:t>
            </a:r>
            <a:r>
              <a:rPr kumimoji="1" lang="en-US" altLang="ja-JP" sz="1600" b="0" i="0" u="none" strike="noStrike" kern="1200" cap="none" spc="0" normalizeH="0" baseline="0" noProof="0">
                <a:ln>
                  <a:noFill/>
                </a:ln>
                <a:solidFill>
                  <a:prstClr val="black"/>
                </a:solidFill>
                <a:effectLst/>
                <a:uLnTx/>
                <a:uFillTx/>
                <a:latin typeface="+mn-lt"/>
                <a:ea typeface="+mn-ea"/>
                <a:cs typeface="+mn-cs"/>
              </a:rPr>
              <a:t>5 </a:t>
            </a:r>
            <a:r>
              <a:rPr kumimoji="1" lang="ja-JP" altLang="en-US" sz="1600" b="0" i="0" u="none" strike="noStrike" kern="1200" cap="none" spc="0" normalizeH="0" baseline="0" noProof="0">
                <a:ln>
                  <a:noFill/>
                </a:ln>
                <a:solidFill>
                  <a:prstClr val="black"/>
                </a:solidFill>
                <a:effectLst/>
                <a:uLnTx/>
                <a:uFillTx/>
                <a:latin typeface="+mn-lt"/>
                <a:ea typeface="+mn-ea"/>
                <a:cs typeface="+mn-cs"/>
              </a:rPr>
              <a:t>レベル</a:t>
            </a:r>
            <a:endParaRPr kumimoji="1" lang="ja-JP" altLang="en-US" sz="1100" b="0" i="0" u="none" strike="noStrike" kern="1200" cap="none" spc="0" normalizeH="0" baseline="0" noProof="0">
              <a:ln>
                <a:noFill/>
              </a:ln>
              <a:solidFill>
                <a:prstClr val="black"/>
              </a:solidFill>
              <a:effectLst/>
              <a:uLnTx/>
              <a:uFillTx/>
              <a:latin typeface="+mn-lt"/>
              <a:ea typeface="+mn-ea"/>
              <a:cs typeface="+mn-cs"/>
            </a:endParaRPr>
          </a:p>
        </p:txBody>
      </p:sp>
      <p:sp>
        <p:nvSpPr>
          <p:cNvPr id="4" name="日付プレースホルダー 3"/>
          <p:cNvSpPr>
            <a:spLocks noGrp="1"/>
          </p:cNvSpPr>
          <p:nvPr>
            <p:ph type="dt" sz="half" idx="10"/>
          </p:nvPr>
        </p:nvSpPr>
        <p:spPr/>
        <p:txBody>
          <a:bodyPr/>
          <a:lstStyle/>
          <a:p>
            <a:fld id="{E1654331-A05E-4EA4-A2F1-438074A382F3}" type="datetimeFigureOut">
              <a:rPr kumimoji="1" lang="ja-JP" altLang="en-US" smtClean="0"/>
              <a:t>2026/9/25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4437FF9-EE31-43AA-84D4-AABBDB9613E6}" type="slidenum">
              <a:rPr kumimoji="1" lang="ja-JP" altLang="en-US" smtClean="0"/>
              <a:t>‹#›</a:t>
            </a:fld>
            <a:endParaRPr kumimoji="1" lang="ja-JP" altLang="en-US"/>
          </a:p>
        </p:txBody>
      </p:sp>
    </p:spTree>
    <p:extLst>
      <p:ext uri="{BB962C8B-B14F-4D97-AF65-F5344CB8AC3E}">
        <p14:creationId xmlns:p14="http://schemas.microsoft.com/office/powerpoint/2010/main" val="2041032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normAutofit/>
          </a:bodyPr>
          <a:lstStyle>
            <a:lvl1pPr>
              <a:defRPr sz="36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E1654331-A05E-4EA4-A2F1-438074A382F3}" type="datetimeFigureOut">
              <a:rPr kumimoji="1" lang="ja-JP" altLang="en-US" smtClean="0"/>
              <a:t>2026/9/25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4437FF9-EE31-43AA-84D4-AABBDB9613E6}" type="slidenum">
              <a:rPr kumimoji="1" lang="ja-JP" altLang="en-US" smtClean="0"/>
              <a:t>‹#›</a:t>
            </a:fld>
            <a:endParaRPr kumimoji="1" lang="ja-JP" altLang="en-US"/>
          </a:p>
        </p:txBody>
      </p:sp>
    </p:spTree>
    <p:extLst>
      <p:ext uri="{BB962C8B-B14F-4D97-AF65-F5344CB8AC3E}">
        <p14:creationId xmlns:p14="http://schemas.microsoft.com/office/powerpoint/2010/main" val="2416739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157955"/>
            <a:ext cx="5181600" cy="501900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157955"/>
            <a:ext cx="5181600" cy="501900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E1654331-A05E-4EA4-A2F1-438074A382F3}" type="datetimeFigureOut">
              <a:rPr kumimoji="1" lang="ja-JP" altLang="en-US" smtClean="0"/>
              <a:t>2026/9/25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4437FF9-EE31-43AA-84D4-AABBDB9613E6}" type="slidenum">
              <a:rPr kumimoji="1" lang="ja-JP" altLang="en-US" smtClean="0"/>
              <a:t>‹#›</a:t>
            </a:fld>
            <a:endParaRPr kumimoji="1" lang="ja-JP" altLang="en-US"/>
          </a:p>
        </p:txBody>
      </p:sp>
    </p:spTree>
    <p:extLst>
      <p:ext uri="{BB962C8B-B14F-4D97-AF65-F5344CB8AC3E}">
        <p14:creationId xmlns:p14="http://schemas.microsoft.com/office/powerpoint/2010/main" val="450179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6"/>
            <a:ext cx="10515600" cy="657430"/>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185864"/>
            <a:ext cx="5157787" cy="485620"/>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1834792"/>
            <a:ext cx="5157787" cy="4354871"/>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185864"/>
            <a:ext cx="5183188" cy="485620"/>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1834792"/>
            <a:ext cx="5183188" cy="4354871"/>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E1654331-A05E-4EA4-A2F1-438074A382F3}" type="datetimeFigureOut">
              <a:rPr kumimoji="1" lang="ja-JP" altLang="en-US" smtClean="0"/>
              <a:t>2026/9/25</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64437FF9-EE31-43AA-84D4-AABBDB9613E6}" type="slidenum">
              <a:rPr kumimoji="1" lang="ja-JP" altLang="en-US" smtClean="0"/>
              <a:t>‹#›</a:t>
            </a:fld>
            <a:endParaRPr kumimoji="1" lang="ja-JP" altLang="en-US"/>
          </a:p>
        </p:txBody>
      </p:sp>
    </p:spTree>
    <p:extLst>
      <p:ext uri="{BB962C8B-B14F-4D97-AF65-F5344CB8AC3E}">
        <p14:creationId xmlns:p14="http://schemas.microsoft.com/office/powerpoint/2010/main" val="990336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10514012" cy="663677"/>
          </a:xfrm>
        </p:spPr>
        <p:txBody>
          <a:bodyPr anchor="ctr"/>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1268361"/>
            <a:ext cx="6172200" cy="4837471"/>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E1654331-A05E-4EA4-A2F1-438074A382F3}" type="datetimeFigureOut">
              <a:rPr kumimoji="1" lang="ja-JP" altLang="en-US" smtClean="0"/>
              <a:t>2026/9/25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4437FF9-EE31-43AA-84D4-AABBDB9613E6}" type="slidenum">
              <a:rPr kumimoji="1" lang="ja-JP" altLang="en-US" smtClean="0"/>
              <a:t>‹#›</a:t>
            </a:fld>
            <a:endParaRPr kumimoji="1" lang="ja-JP" altLang="en-US"/>
          </a:p>
        </p:txBody>
      </p:sp>
      <p:sp>
        <p:nvSpPr>
          <p:cNvPr id="8" name="図プレースホルダー 2"/>
          <p:cNvSpPr>
            <a:spLocks noGrp="1"/>
          </p:cNvSpPr>
          <p:nvPr>
            <p:ph type="pic" idx="13"/>
          </p:nvPr>
        </p:nvSpPr>
        <p:spPr>
          <a:xfrm>
            <a:off x="838200" y="1276503"/>
            <a:ext cx="4176252" cy="482932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図を追加</a:t>
            </a:r>
          </a:p>
        </p:txBody>
      </p:sp>
    </p:spTree>
    <p:extLst>
      <p:ext uri="{BB962C8B-B14F-4D97-AF65-F5344CB8AC3E}">
        <p14:creationId xmlns:p14="http://schemas.microsoft.com/office/powerpoint/2010/main" val="3374409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lnSpc>
                <a:spcPct val="100000"/>
              </a:lnSpc>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図を追加</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E1654331-A05E-4EA4-A2F1-438074A382F3}" type="datetimeFigureOut">
              <a:rPr kumimoji="1" lang="ja-JP" altLang="en-US" smtClean="0"/>
              <a:t>2026/9/25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4437FF9-EE31-43AA-84D4-AABBDB9613E6}" type="slidenum">
              <a:rPr kumimoji="1" lang="ja-JP" altLang="en-US" smtClean="0"/>
              <a:t>‹#›</a:t>
            </a:fld>
            <a:endParaRPr kumimoji="1" lang="ja-JP" altLang="en-US"/>
          </a:p>
        </p:txBody>
      </p:sp>
    </p:spTree>
    <p:extLst>
      <p:ext uri="{BB962C8B-B14F-4D97-AF65-F5344CB8AC3E}">
        <p14:creationId xmlns:p14="http://schemas.microsoft.com/office/powerpoint/2010/main" val="1819186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E1654331-A05E-4EA4-A2F1-438074A382F3}" type="datetimeFigureOut">
              <a:rPr kumimoji="1" lang="ja-JP" altLang="en-US" smtClean="0"/>
              <a:t>2026/9/25</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64437FF9-EE31-43AA-84D4-AABBDB9613E6}" type="slidenum">
              <a:rPr kumimoji="1" lang="ja-JP" altLang="en-US" smtClean="0"/>
              <a:t>‹#›</a:t>
            </a:fld>
            <a:endParaRPr kumimoji="1" lang="ja-JP" altLang="en-US"/>
          </a:p>
        </p:txBody>
      </p:sp>
    </p:spTree>
    <p:extLst>
      <p:ext uri="{BB962C8B-B14F-4D97-AF65-F5344CB8AC3E}">
        <p14:creationId xmlns:p14="http://schemas.microsoft.com/office/powerpoint/2010/main" val="1622630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E1654331-A05E-4EA4-A2F1-438074A382F3}" type="datetimeFigureOut">
              <a:rPr kumimoji="1" lang="ja-JP" altLang="en-US" smtClean="0"/>
              <a:t>2026/9/25</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64437FF9-EE31-43AA-84D4-AABBDB9613E6}" type="slidenum">
              <a:rPr kumimoji="1" lang="ja-JP" altLang="en-US" smtClean="0"/>
              <a:t>‹#›</a:t>
            </a:fld>
            <a:endParaRPr kumimoji="1" lang="ja-JP" altLang="en-US"/>
          </a:p>
        </p:txBody>
      </p:sp>
    </p:spTree>
    <p:extLst>
      <p:ext uri="{BB962C8B-B14F-4D97-AF65-F5344CB8AC3E}">
        <p14:creationId xmlns:p14="http://schemas.microsoft.com/office/powerpoint/2010/main" val="1613582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E1654331-A05E-4EA4-A2F1-438074A382F3}" type="datetimeFigureOut">
              <a:rPr kumimoji="1" lang="ja-JP" altLang="en-US" smtClean="0"/>
              <a:t>2026/9/25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4437FF9-EE31-43AA-84D4-AABBDB9613E6}" type="slidenum">
              <a:rPr kumimoji="1" lang="ja-JP" altLang="en-US" smtClean="0"/>
              <a:t>‹#›</a:t>
            </a:fld>
            <a:endParaRPr kumimoji="1" lang="ja-JP" altLang="en-US"/>
          </a:p>
        </p:txBody>
      </p:sp>
    </p:spTree>
    <p:extLst>
      <p:ext uri="{BB962C8B-B14F-4D97-AF65-F5344CB8AC3E}">
        <p14:creationId xmlns:p14="http://schemas.microsoft.com/office/powerpoint/2010/main" val="1816852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E1654331-A05E-4EA4-A2F1-438074A382F3}" type="datetimeFigureOut">
              <a:rPr kumimoji="1" lang="ja-JP" altLang="en-US" smtClean="0"/>
              <a:t>2026/9/25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4437FF9-EE31-43AA-84D4-AABBDB9613E6}" type="slidenum">
              <a:rPr kumimoji="1" lang="ja-JP" altLang="en-US" smtClean="0"/>
              <a:t>‹#›</a:t>
            </a:fld>
            <a:endParaRPr kumimoji="1" lang="ja-JP" altLang="en-US"/>
          </a:p>
        </p:txBody>
      </p:sp>
    </p:spTree>
    <p:extLst>
      <p:ext uri="{BB962C8B-B14F-4D97-AF65-F5344CB8AC3E}">
        <p14:creationId xmlns:p14="http://schemas.microsoft.com/office/powerpoint/2010/main" val="2973917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61344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106905"/>
            <a:ext cx="10515600" cy="507005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654331-A05E-4EA4-A2F1-438074A382F3}" type="datetimeFigureOut">
              <a:rPr kumimoji="1" lang="ja-JP" altLang="en-US" smtClean="0"/>
              <a:t>2026/9/25</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437FF9-EE31-43AA-84D4-AABBDB9613E6}" type="slidenum">
              <a:rPr kumimoji="1" lang="ja-JP" altLang="en-US" smtClean="0"/>
              <a:t>‹#›</a:t>
            </a:fld>
            <a:endParaRPr kumimoji="1" lang="ja-JP" altLang="en-US"/>
          </a:p>
        </p:txBody>
      </p:sp>
    </p:spTree>
    <p:extLst>
      <p:ext uri="{BB962C8B-B14F-4D97-AF65-F5344CB8AC3E}">
        <p14:creationId xmlns:p14="http://schemas.microsoft.com/office/powerpoint/2010/main" val="808318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457200" indent="-457200" algn="l" defTabSz="914400" rtl="0" eaLnBrk="1" latinLnBrk="0" hangingPunct="1">
        <a:lnSpc>
          <a:spcPct val="90000"/>
        </a:lnSpc>
        <a:spcBef>
          <a:spcPct val="0"/>
        </a:spcBef>
        <a:buFont typeface="Wingdings" panose="05000000000000000000" pitchFamily="2" charset="2"/>
        <a:buChar char="Ø"/>
        <a:defRPr kumimoji="1" sz="3200" kern="1200">
          <a:solidFill>
            <a:schemeClr val="tx1"/>
          </a:solidFill>
          <a:latin typeface="Consolas" panose="020B0609020204030204" pitchFamily="49" charset="0"/>
          <a:ea typeface="ＭＳ ゴシック" panose="020B0609070205080204" pitchFamily="49" charset="-128"/>
          <a:cs typeface="+mj-cs"/>
        </a:defRPr>
      </a:lvl1pPr>
    </p:titleStyle>
    <p:bodyStyle>
      <a:lvl1pPr marL="228600" indent="-228600" algn="l" defTabSz="914400" rtl="0" eaLnBrk="1" latinLnBrk="0" hangingPunct="1">
        <a:lnSpc>
          <a:spcPct val="100000"/>
        </a:lnSpc>
        <a:spcBef>
          <a:spcPts val="200"/>
        </a:spcBef>
        <a:buFont typeface="ＭＳ Ｐゴシック" panose="020B0600070205080204" pitchFamily="50" charset="-128"/>
        <a:buChar char="▼"/>
        <a:defRPr kumimoji="1" sz="1600" b="1" kern="1200">
          <a:solidFill>
            <a:schemeClr val="tx1"/>
          </a:solidFill>
          <a:latin typeface="Consolas" panose="020B0609020204030204" pitchFamily="49" charset="0"/>
          <a:ea typeface="ＭＳ ゴシック" panose="020B0609070205080204" pitchFamily="49" charset="-128"/>
          <a:cs typeface="+mn-cs"/>
        </a:defRPr>
      </a:lvl1pPr>
      <a:lvl2pPr marL="452438" indent="-276225" algn="l" defTabSz="914400" rtl="0" eaLnBrk="1" latinLnBrk="0" hangingPunct="1">
        <a:lnSpc>
          <a:spcPct val="100000"/>
        </a:lnSpc>
        <a:spcBef>
          <a:spcPts val="200"/>
        </a:spcBef>
        <a:buFont typeface="Wingdings" panose="05000000000000000000" pitchFamily="2" charset="2"/>
        <a:buChar char="u"/>
        <a:defRPr kumimoji="1" sz="1600" kern="1200">
          <a:solidFill>
            <a:schemeClr val="tx1"/>
          </a:solidFill>
          <a:latin typeface="Consolas" panose="020B0609020204030204" pitchFamily="49" charset="0"/>
          <a:ea typeface="ＭＳ ゴシック" panose="020B0609070205080204" pitchFamily="49" charset="-128"/>
          <a:cs typeface="+mn-cs"/>
        </a:defRPr>
      </a:lvl2pPr>
      <a:lvl3pPr marL="582613" indent="-228600" algn="l" defTabSz="914400" rtl="0" eaLnBrk="1" latinLnBrk="0" hangingPunct="1">
        <a:lnSpc>
          <a:spcPct val="100000"/>
        </a:lnSpc>
        <a:spcBef>
          <a:spcPts val="200"/>
        </a:spcBef>
        <a:buFont typeface="Wingdings" panose="05000000000000000000" pitchFamily="2" charset="2"/>
        <a:buChar char="n"/>
        <a:defRPr kumimoji="1" sz="1600" kern="1200">
          <a:solidFill>
            <a:schemeClr val="tx1"/>
          </a:solidFill>
          <a:latin typeface="Consolas" panose="020B0609020204030204" pitchFamily="49" charset="0"/>
          <a:ea typeface="ＭＳ ゴシック" panose="020B0609070205080204" pitchFamily="49" charset="-128"/>
          <a:cs typeface="+mn-cs"/>
        </a:defRPr>
      </a:lvl3pPr>
      <a:lvl4pPr marL="717550" indent="-176213" algn="l" defTabSz="914400" rtl="0" eaLnBrk="1" latinLnBrk="0" hangingPunct="1">
        <a:lnSpc>
          <a:spcPct val="100000"/>
        </a:lnSpc>
        <a:spcBef>
          <a:spcPts val="200"/>
        </a:spcBef>
        <a:buFont typeface="Arial" panose="020B0604020202020204" pitchFamily="34" charset="0"/>
        <a:buChar char="•"/>
        <a:defRPr kumimoji="1" sz="1600" kern="1200">
          <a:solidFill>
            <a:schemeClr val="tx1"/>
          </a:solidFill>
          <a:latin typeface="Consolas" panose="020B0609020204030204" pitchFamily="49" charset="0"/>
          <a:ea typeface="ＭＳ ゴシック" panose="020B0609070205080204" pitchFamily="49" charset="-128"/>
          <a:cs typeface="+mn-cs"/>
        </a:defRPr>
      </a:lvl4pPr>
      <a:lvl5pPr marL="895350" indent="-177800" algn="l" defTabSz="914400" rtl="0" eaLnBrk="1" latinLnBrk="0" hangingPunct="1">
        <a:lnSpc>
          <a:spcPct val="100000"/>
        </a:lnSpc>
        <a:spcBef>
          <a:spcPts val="200"/>
        </a:spcBef>
        <a:buFont typeface="Arial" panose="020B0604020202020204" pitchFamily="34" charset="0"/>
        <a:buChar char="•"/>
        <a:defRPr kumimoji="1" sz="1600" kern="1200">
          <a:solidFill>
            <a:schemeClr val="tx1"/>
          </a:solidFill>
          <a:latin typeface="Consolas" panose="020B0609020204030204" pitchFamily="49" charset="0"/>
          <a:ea typeface="ＭＳ ゴシック" panose="020B0609070205080204" pitchFamily="49"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mr.ssw.imaging-saas.canon/mr/download/index.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en-US" altLang="ja-JP" dirty="0" err="1"/>
              <a:t>MREAL_OpenXR_for</a:t>
            </a:r>
            <a:r>
              <a:rPr lang="en-US" altLang="ja-JP" dirty="0" err="1"/>
              <a:t>_Unity</a:t>
            </a:r>
            <a:br>
              <a:rPr kumimoji="1" lang="en-US" altLang="ja-JP" dirty="0"/>
            </a:br>
            <a:endParaRPr kumimoji="1" lang="ja-JP" altLang="en-US" dirty="0"/>
          </a:p>
        </p:txBody>
      </p:sp>
      <p:sp>
        <p:nvSpPr>
          <p:cNvPr id="3" name="サブタイトル 2"/>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812353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開発環境要件</a:t>
            </a:r>
            <a:endParaRPr kumimoji="1" lang="ja-JP" altLang="en-US" dirty="0"/>
          </a:p>
        </p:txBody>
      </p:sp>
      <p:sp>
        <p:nvSpPr>
          <p:cNvPr id="3" name="コンテンツ プレースホルダー 2"/>
          <p:cNvSpPr>
            <a:spLocks noGrp="1"/>
          </p:cNvSpPr>
          <p:nvPr>
            <p:ph idx="1"/>
          </p:nvPr>
        </p:nvSpPr>
        <p:spPr/>
        <p:txBody>
          <a:bodyPr/>
          <a:lstStyle/>
          <a:p>
            <a:r>
              <a:rPr kumimoji="1" lang="en-US" altLang="ja-JP" dirty="0"/>
              <a:t>MR Platform 2025</a:t>
            </a:r>
          </a:p>
          <a:p>
            <a:r>
              <a:rPr lang="en-US" altLang="ja-JP" dirty="0"/>
              <a:t>MREAL MD20/S1/X1</a:t>
            </a:r>
          </a:p>
          <a:p>
            <a:r>
              <a:rPr kumimoji="1" lang="en-US" altLang="ja-JP" dirty="0"/>
              <a:t>MREAL</a:t>
            </a:r>
            <a:r>
              <a:rPr kumimoji="1" lang="ja-JP" altLang="en-US" dirty="0"/>
              <a:t>が動作する</a:t>
            </a:r>
            <a:r>
              <a:rPr lang="en-US" altLang="ja-JP" dirty="0"/>
              <a:t>Windows PC</a:t>
            </a:r>
            <a:endParaRPr kumimoji="1" lang="en-US" altLang="ja-JP" dirty="0"/>
          </a:p>
          <a:p>
            <a:r>
              <a:rPr lang="en-US" altLang="ja-JP" dirty="0"/>
              <a:t>Unity</a:t>
            </a:r>
            <a:r>
              <a:rPr lang="ja-JP" altLang="en-US" dirty="0"/>
              <a:t>アカウント</a:t>
            </a:r>
            <a:endParaRPr lang="en-US" altLang="ja-JP" dirty="0"/>
          </a:p>
          <a:p>
            <a:r>
              <a:rPr lang="en-US" altLang="ja-JP" dirty="0"/>
              <a:t>Unity Hub</a:t>
            </a:r>
          </a:p>
          <a:p>
            <a:r>
              <a:rPr kumimoji="1" lang="en-US" altLang="ja-JP" dirty="0"/>
              <a:t>Unity Editor 2022.3.10f1</a:t>
            </a:r>
            <a:endParaRPr kumimoji="1" lang="ja-JP" altLang="en-US" dirty="0"/>
          </a:p>
        </p:txBody>
      </p:sp>
    </p:spTree>
    <p:extLst>
      <p:ext uri="{BB962C8B-B14F-4D97-AF65-F5344CB8AC3E}">
        <p14:creationId xmlns:p14="http://schemas.microsoft.com/office/powerpoint/2010/main" val="2718397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en-US" altLang="ja-JP" dirty="0"/>
              <a:t>MREAL</a:t>
            </a:r>
            <a:r>
              <a:rPr lang="ja-JP" altLang="en-US" dirty="0"/>
              <a:t> </a:t>
            </a:r>
            <a:r>
              <a:rPr lang="en-US" altLang="ja-JP" dirty="0"/>
              <a:t>Configuration Tool</a:t>
            </a:r>
            <a:r>
              <a:rPr lang="ja-JP" altLang="en-US" dirty="0" err="1"/>
              <a:t>での</a:t>
            </a:r>
            <a:r>
              <a:rPr lang="ja-JP" altLang="en-US" dirty="0"/>
              <a:t>基本設定</a:t>
            </a:r>
            <a:endParaRPr kumimoji="1" lang="ja-JP" altLang="en-US" dirty="0"/>
          </a:p>
        </p:txBody>
      </p:sp>
      <p:sp>
        <p:nvSpPr>
          <p:cNvPr id="5" name="テキスト プレースホルダー 4"/>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819205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en-US" altLang="ja-JP" dirty="0"/>
              <a:t>MREAL Configuration Tool</a:t>
            </a:r>
            <a:r>
              <a:rPr kumimoji="1" lang="ja-JP" altLang="en-US" dirty="0" err="1"/>
              <a:t>での</a:t>
            </a:r>
            <a:r>
              <a:rPr kumimoji="1" lang="ja-JP" altLang="en-US" dirty="0"/>
              <a:t>基本設定</a:t>
            </a:r>
          </a:p>
        </p:txBody>
      </p:sp>
      <p:sp>
        <p:nvSpPr>
          <p:cNvPr id="5" name="コンテンツ プレースホルダー 4"/>
          <p:cNvSpPr>
            <a:spLocks noGrp="1"/>
          </p:cNvSpPr>
          <p:nvPr>
            <p:ph idx="1"/>
          </p:nvPr>
        </p:nvSpPr>
        <p:spPr/>
        <p:txBody>
          <a:bodyPr/>
          <a:lstStyle/>
          <a:p>
            <a:r>
              <a:rPr lang="en-US" altLang="ja-JP" dirty="0">
                <a:solidFill>
                  <a:srgbClr val="FF0000"/>
                </a:solidFill>
              </a:rPr>
              <a:t>MREAL</a:t>
            </a:r>
            <a:r>
              <a:rPr lang="ja-JP" altLang="en-US" dirty="0">
                <a:solidFill>
                  <a:srgbClr val="FF0000"/>
                </a:solidFill>
              </a:rPr>
              <a:t> </a:t>
            </a:r>
            <a:r>
              <a:rPr lang="en-US" altLang="ja-JP" dirty="0">
                <a:solidFill>
                  <a:srgbClr val="FF0000"/>
                </a:solidFill>
              </a:rPr>
              <a:t>Configuration Tool</a:t>
            </a:r>
            <a:r>
              <a:rPr lang="ja-JP" altLang="en-US" dirty="0"/>
              <a:t>を起動する</a:t>
            </a:r>
            <a:endParaRPr lang="en-US" altLang="ja-JP" dirty="0"/>
          </a:p>
          <a:p>
            <a:endParaRPr lang="en-US" altLang="ja-JP" dirty="0"/>
          </a:p>
          <a:p>
            <a:r>
              <a:rPr lang="en-US" altLang="ja-JP" dirty="0" err="1"/>
              <a:t>OpenXR</a:t>
            </a:r>
            <a:r>
              <a:rPr lang="en-US" altLang="ja-JP" dirty="0"/>
              <a:t> Runtime</a:t>
            </a:r>
            <a:r>
              <a:rPr lang="ja-JP" altLang="en-US" dirty="0"/>
              <a:t>を有効化する</a:t>
            </a:r>
            <a:endParaRPr lang="en-US" altLang="ja-JP" dirty="0"/>
          </a:p>
          <a:p>
            <a:pPr lvl="1"/>
            <a:r>
              <a:rPr lang="en-US" altLang="ja-JP" dirty="0"/>
              <a:t>MREAL Display</a:t>
            </a:r>
            <a:r>
              <a:rPr lang="ja-JP" altLang="en-US" dirty="0"/>
              <a:t>上で</a:t>
            </a:r>
            <a:r>
              <a:rPr lang="en-US" altLang="ja-JP" dirty="0"/>
              <a:t>Unity</a:t>
            </a:r>
            <a:r>
              <a:rPr lang="ja-JP" altLang="en-US" dirty="0"/>
              <a:t>コンテンツを表示する基本設定です</a:t>
            </a:r>
            <a:endParaRPr lang="en-US" altLang="ja-JP" dirty="0"/>
          </a:p>
          <a:p>
            <a:pPr lvl="1"/>
            <a:r>
              <a:rPr lang="ja-JP" altLang="en-US" u="sng" dirty="0"/>
              <a:t>右上</a:t>
            </a:r>
            <a:r>
              <a:rPr lang="en-US" altLang="ja-JP" u="sng" dirty="0"/>
              <a:t>〔</a:t>
            </a:r>
            <a:r>
              <a:rPr lang="ja-JP" altLang="en-US" u="sng" dirty="0"/>
              <a:t>歯車</a:t>
            </a:r>
            <a:r>
              <a:rPr lang="en-US" altLang="ja-JP" u="sng" dirty="0"/>
              <a:t>〕</a:t>
            </a:r>
            <a:r>
              <a:rPr lang="ja-JP" altLang="en-US" u="sng" dirty="0"/>
              <a:t>アイコン </a:t>
            </a:r>
            <a:r>
              <a:rPr lang="en-US" altLang="ja-JP" u="sng" dirty="0"/>
              <a:t>&gt;</a:t>
            </a:r>
            <a:r>
              <a:rPr lang="ja-JP" altLang="en-US" u="sng" dirty="0"/>
              <a:t> </a:t>
            </a:r>
            <a:r>
              <a:rPr lang="en-US" altLang="ja-JP" u="sng" dirty="0" err="1"/>
              <a:t>OpenXR</a:t>
            </a:r>
            <a:r>
              <a:rPr lang="en-US" altLang="ja-JP" u="sng" dirty="0"/>
              <a:t> </a:t>
            </a:r>
            <a:r>
              <a:rPr lang="ja-JP" altLang="en-US" u="sng" dirty="0"/>
              <a:t>ランタイム設定 </a:t>
            </a:r>
            <a:r>
              <a:rPr lang="en-US" altLang="ja-JP" u="sng" dirty="0"/>
              <a:t>&gt;</a:t>
            </a:r>
            <a:r>
              <a:rPr lang="en-US" altLang="ja-JP" u="sng" dirty="0">
                <a:solidFill>
                  <a:srgbClr val="FF0000"/>
                </a:solidFill>
              </a:rPr>
              <a:t>〔</a:t>
            </a:r>
            <a:r>
              <a:rPr lang="ja-JP" altLang="en-US" u="sng" dirty="0">
                <a:solidFill>
                  <a:srgbClr val="FF0000"/>
                </a:solidFill>
              </a:rPr>
              <a:t>実行</a:t>
            </a:r>
            <a:r>
              <a:rPr lang="en-US" altLang="ja-JP" u="sng" dirty="0">
                <a:solidFill>
                  <a:srgbClr val="FF0000"/>
                </a:solidFill>
              </a:rPr>
              <a:t>〕</a:t>
            </a:r>
          </a:p>
          <a:p>
            <a:pPr lvl="1"/>
            <a:endParaRPr kumimoji="1" lang="en-US" altLang="ja-JP" dirty="0"/>
          </a:p>
          <a:p>
            <a:r>
              <a:rPr lang="en-US" altLang="ja-JP" dirty="0"/>
              <a:t>Hand Tracking</a:t>
            </a:r>
            <a:r>
              <a:rPr lang="ja-JP" altLang="en-US" dirty="0"/>
              <a:t>を有効化する</a:t>
            </a:r>
            <a:endParaRPr lang="en-US" altLang="ja-JP" dirty="0"/>
          </a:p>
          <a:p>
            <a:pPr lvl="1"/>
            <a:r>
              <a:rPr lang="en-US" altLang="ja-JP" dirty="0" err="1"/>
              <a:t>OpenXR</a:t>
            </a:r>
            <a:r>
              <a:rPr lang="ja-JP" altLang="en-US" dirty="0"/>
              <a:t>対応アプリから手の動きを利用するための設定です</a:t>
            </a:r>
            <a:endParaRPr lang="en-US" altLang="ja-JP" dirty="0"/>
          </a:p>
          <a:p>
            <a:pPr lvl="1"/>
            <a:r>
              <a:rPr lang="en-US" altLang="ja-JP" u="sng" dirty="0"/>
              <a:t>〔</a:t>
            </a:r>
            <a:r>
              <a:rPr lang="ja-JP" altLang="en-US" u="sng" dirty="0"/>
              <a:t>オプション設定</a:t>
            </a:r>
            <a:r>
              <a:rPr lang="en-US" altLang="ja-JP" u="sng" dirty="0"/>
              <a:t>〕&gt;〔</a:t>
            </a:r>
            <a:r>
              <a:rPr lang="ja-JP" altLang="en-US" u="sng" dirty="0"/>
              <a:t>インタラクション</a:t>
            </a:r>
            <a:r>
              <a:rPr lang="en-US" altLang="ja-JP" u="sng" dirty="0"/>
              <a:t>〕&gt;〔</a:t>
            </a:r>
            <a:r>
              <a:rPr lang="ja-JP" altLang="en-US" u="sng" dirty="0"/>
              <a:t>ハンドトラッキング</a:t>
            </a:r>
            <a:r>
              <a:rPr lang="en-US" altLang="ja-JP" u="sng" dirty="0"/>
              <a:t>〕&gt;</a:t>
            </a:r>
            <a:r>
              <a:rPr lang="en-US" altLang="ja-JP" u="sng" dirty="0">
                <a:solidFill>
                  <a:srgbClr val="FF0000"/>
                </a:solidFill>
              </a:rPr>
              <a:t>〔</a:t>
            </a:r>
            <a:r>
              <a:rPr lang="ja-JP" altLang="en-US" u="sng" dirty="0">
                <a:solidFill>
                  <a:srgbClr val="FF0000"/>
                </a:solidFill>
              </a:rPr>
              <a:t>使用する</a:t>
            </a:r>
            <a:r>
              <a:rPr lang="en-US" altLang="ja-JP" u="sng" dirty="0">
                <a:solidFill>
                  <a:srgbClr val="FF0000"/>
                </a:solidFill>
              </a:rPr>
              <a:t>〕</a:t>
            </a:r>
          </a:p>
          <a:p>
            <a:endParaRPr kumimoji="1" lang="en-US" altLang="ja-JP" dirty="0"/>
          </a:p>
          <a:p>
            <a:r>
              <a:rPr lang="en-US" altLang="ja-JP" dirty="0"/>
              <a:t>Target</a:t>
            </a:r>
            <a:r>
              <a:rPr lang="ja-JP" altLang="en-US" dirty="0" err="1"/>
              <a:t>を登</a:t>
            </a:r>
            <a:r>
              <a:rPr lang="ja-JP" altLang="en-US" dirty="0"/>
              <a:t>録する</a:t>
            </a:r>
            <a:endParaRPr lang="en-US" altLang="ja-JP" dirty="0"/>
          </a:p>
          <a:p>
            <a:pPr lvl="1"/>
            <a:r>
              <a:rPr lang="en-US" altLang="ja-JP" dirty="0"/>
              <a:t>〔</a:t>
            </a:r>
            <a:r>
              <a:rPr lang="ja-JP" altLang="en-US" dirty="0"/>
              <a:t>オプション設定</a:t>
            </a:r>
            <a:r>
              <a:rPr lang="en-US" altLang="ja-JP" dirty="0"/>
              <a:t>〕&gt;〔</a:t>
            </a:r>
            <a:r>
              <a:rPr lang="ja-JP" altLang="en-US" dirty="0"/>
              <a:t>ターゲット</a:t>
            </a:r>
            <a:r>
              <a:rPr lang="en-US" altLang="ja-JP" dirty="0"/>
              <a:t>〕</a:t>
            </a:r>
            <a:r>
              <a:rPr lang="ja-JP" altLang="en-US" dirty="0"/>
              <a:t>から、使用するターゲットを登録します</a:t>
            </a:r>
            <a:endParaRPr lang="en-US" altLang="ja-JP" dirty="0"/>
          </a:p>
          <a:p>
            <a:pPr lvl="1"/>
            <a:r>
              <a:rPr lang="ja-JP" altLang="en-US" dirty="0"/>
              <a:t>マーカーを用いたターゲットや、</a:t>
            </a:r>
            <a:r>
              <a:rPr lang="en-US" altLang="ja-JP" dirty="0"/>
              <a:t>VICON</a:t>
            </a:r>
            <a:r>
              <a:rPr lang="ja-JP" altLang="en-US" dirty="0"/>
              <a:t>など外部センサーを使うターゲットもここで扱います</a:t>
            </a:r>
            <a:endParaRPr lang="en-US" altLang="ja-JP" dirty="0"/>
          </a:p>
          <a:p>
            <a:pPr lvl="1"/>
            <a:r>
              <a:rPr kumimoji="1" lang="ja-JP" altLang="en-US" dirty="0">
                <a:solidFill>
                  <a:srgbClr val="FF0000"/>
                </a:solidFill>
              </a:rPr>
              <a:t>詳細は、</a:t>
            </a:r>
            <a:r>
              <a:rPr kumimoji="1" lang="en-US" altLang="ja-JP" dirty="0">
                <a:solidFill>
                  <a:srgbClr val="FF0000"/>
                </a:solidFill>
              </a:rPr>
              <a:t>MR Platform 2025 </a:t>
            </a:r>
            <a:r>
              <a:rPr kumimoji="1" lang="ja-JP" altLang="en-US" dirty="0">
                <a:solidFill>
                  <a:srgbClr val="FF0000"/>
                </a:solidFill>
              </a:rPr>
              <a:t>使用説明書を参照してください</a:t>
            </a:r>
          </a:p>
        </p:txBody>
      </p:sp>
    </p:spTree>
    <p:extLst>
      <p:ext uri="{BB962C8B-B14F-4D97-AF65-F5344CB8AC3E}">
        <p14:creationId xmlns:p14="http://schemas.microsoft.com/office/powerpoint/2010/main" val="3271464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en-US" altLang="ja-JP" dirty="0"/>
              <a:t>Unity</a:t>
            </a:r>
            <a:r>
              <a:rPr kumimoji="1" lang="ja-JP" altLang="en-US" dirty="0"/>
              <a:t>プロジェクトの作成と基本設定</a:t>
            </a:r>
          </a:p>
        </p:txBody>
      </p:sp>
      <p:sp>
        <p:nvSpPr>
          <p:cNvPr id="5" name="テキスト プレースホルダー 4"/>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306250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Unity</a:t>
            </a:r>
            <a:r>
              <a:rPr kumimoji="1" lang="ja-JP" altLang="en-US" dirty="0"/>
              <a:t>プロジェクトを作成し、パッケージを導入する</a:t>
            </a:r>
          </a:p>
        </p:txBody>
      </p:sp>
      <p:sp>
        <p:nvSpPr>
          <p:cNvPr id="3" name="コンテンツ プレースホルダー 2"/>
          <p:cNvSpPr>
            <a:spLocks noGrp="1"/>
          </p:cNvSpPr>
          <p:nvPr>
            <p:ph idx="1"/>
          </p:nvPr>
        </p:nvSpPr>
        <p:spPr/>
        <p:txBody>
          <a:bodyPr>
            <a:normAutofit/>
          </a:bodyPr>
          <a:lstStyle/>
          <a:p>
            <a:r>
              <a:rPr lang="en-US" altLang="ja-JP" dirty="0"/>
              <a:t>Unity 2022.3.10f1 </a:t>
            </a:r>
            <a:r>
              <a:rPr lang="ja-JP" altLang="en-US" dirty="0"/>
              <a:t>で新規</a:t>
            </a:r>
            <a:r>
              <a:rPr lang="en-US" altLang="ja-JP" dirty="0"/>
              <a:t>3D</a:t>
            </a:r>
            <a:r>
              <a:rPr lang="ja-JP" altLang="en-US" dirty="0"/>
              <a:t>プロジェクトを作成する</a:t>
            </a:r>
            <a:endParaRPr lang="en-US" altLang="ja-JP" dirty="0"/>
          </a:p>
          <a:p>
            <a:pPr lvl="1"/>
            <a:r>
              <a:rPr lang="ja-JP" altLang="en-US" dirty="0"/>
              <a:t>テンプレート：</a:t>
            </a:r>
            <a:r>
              <a:rPr lang="en-US" altLang="ja-JP" dirty="0">
                <a:solidFill>
                  <a:srgbClr val="FF0000"/>
                </a:solidFill>
              </a:rPr>
              <a:t>3D</a:t>
            </a:r>
            <a:r>
              <a:rPr lang="ja-JP" altLang="en-US" dirty="0">
                <a:solidFill>
                  <a:srgbClr val="FF0000"/>
                </a:solidFill>
              </a:rPr>
              <a:t> </a:t>
            </a:r>
            <a:r>
              <a:rPr lang="en-US" altLang="ja-JP" dirty="0">
                <a:solidFill>
                  <a:srgbClr val="FF0000"/>
                </a:solidFill>
              </a:rPr>
              <a:t>URP Core</a:t>
            </a:r>
          </a:p>
          <a:p>
            <a:pPr lvl="1"/>
            <a:r>
              <a:rPr lang="en-US" altLang="ja-JP" dirty="0"/>
              <a:t>※URP</a:t>
            </a:r>
            <a:r>
              <a:rPr lang="ja-JP" altLang="en-US" dirty="0"/>
              <a:t>（</a:t>
            </a:r>
            <a:r>
              <a:rPr lang="en-US" altLang="ja-JP" dirty="0"/>
              <a:t>Universal Render Pipeline</a:t>
            </a:r>
            <a:r>
              <a:rPr lang="ja-JP" altLang="en-US" dirty="0"/>
              <a:t>）は、</a:t>
            </a:r>
            <a:r>
              <a:rPr lang="en-US" altLang="ja-JP" dirty="0"/>
              <a:t>Unity</a:t>
            </a:r>
            <a:r>
              <a:rPr lang="ja-JP" altLang="en-US" dirty="0"/>
              <a:t>の</a:t>
            </a:r>
            <a:r>
              <a:rPr lang="en-US" altLang="ja-JP" dirty="0"/>
              <a:t>SRP</a:t>
            </a:r>
            <a:r>
              <a:rPr lang="ja-JP" altLang="en-US" dirty="0"/>
              <a:t>（</a:t>
            </a:r>
            <a:r>
              <a:rPr lang="en-US" altLang="ja-JP" dirty="0"/>
              <a:t>Scriptable Render Pipeline</a:t>
            </a:r>
            <a:r>
              <a:rPr lang="ja-JP" altLang="en-US" dirty="0"/>
              <a:t>）の一種</a:t>
            </a:r>
            <a:endParaRPr lang="en-US" altLang="ja-JP" dirty="0"/>
          </a:p>
          <a:p>
            <a:pPr lvl="1"/>
            <a:r>
              <a:rPr lang="en-US" altLang="ja-JP" dirty="0"/>
              <a:t>SRP</a:t>
            </a:r>
            <a:r>
              <a:rPr lang="ja-JP" altLang="en-US" dirty="0"/>
              <a:t>⇔</a:t>
            </a:r>
            <a:r>
              <a:rPr lang="en-US" altLang="ja-JP" dirty="0"/>
              <a:t>Built-in Render Pipeline, URP</a:t>
            </a:r>
            <a:r>
              <a:rPr lang="ja-JP" altLang="en-US" dirty="0"/>
              <a:t>⇔</a:t>
            </a:r>
            <a:r>
              <a:rPr lang="en-US" altLang="ja-JP" dirty="0"/>
              <a:t>HDRP</a:t>
            </a:r>
            <a:r>
              <a:rPr lang="ja-JP" altLang="en-US" dirty="0"/>
              <a:t>（</a:t>
            </a:r>
            <a:r>
              <a:rPr lang="en-US" altLang="ja-JP" dirty="0"/>
              <a:t>High Definition Render Pipeline</a:t>
            </a:r>
            <a:r>
              <a:rPr lang="ja-JP" altLang="en-US" dirty="0"/>
              <a:t>）</a:t>
            </a:r>
            <a:endParaRPr lang="en-US" altLang="ja-JP" dirty="0"/>
          </a:p>
          <a:p>
            <a:pPr lvl="1"/>
            <a:endParaRPr lang="en-US" altLang="ja-JP" dirty="0"/>
          </a:p>
          <a:p>
            <a:r>
              <a:rPr lang="ja-JP" altLang="en-US" dirty="0"/>
              <a:t>関連パッケージをインストールする</a:t>
            </a:r>
            <a:endParaRPr lang="en-US" altLang="ja-JP" dirty="0"/>
          </a:p>
          <a:p>
            <a:pPr lvl="1"/>
            <a:r>
              <a:rPr lang="en-US" altLang="ja-JP" u="sng" dirty="0"/>
              <a:t>Window</a:t>
            </a:r>
            <a:r>
              <a:rPr lang="ja-JP" altLang="en-US" u="sng" dirty="0"/>
              <a:t> </a:t>
            </a:r>
            <a:r>
              <a:rPr lang="en-US" altLang="ja-JP" u="sng" dirty="0"/>
              <a:t>&gt; Package Manager</a:t>
            </a:r>
          </a:p>
          <a:p>
            <a:pPr lvl="1"/>
            <a:r>
              <a:rPr lang="ja-JP" altLang="en-US" dirty="0"/>
              <a:t>検索カテゴリ</a:t>
            </a:r>
            <a:r>
              <a:rPr lang="en-US" altLang="ja-JP" dirty="0"/>
              <a:t> </a:t>
            </a:r>
            <a:r>
              <a:rPr lang="ja-JP" altLang="en-US" dirty="0"/>
              <a:t>▼</a:t>
            </a:r>
            <a:r>
              <a:rPr lang="en-US" altLang="ja-JP" dirty="0"/>
              <a:t>Unity Registry </a:t>
            </a:r>
            <a:r>
              <a:rPr lang="ja-JP" altLang="en-US" dirty="0"/>
              <a:t>から</a:t>
            </a:r>
            <a:r>
              <a:rPr lang="en-US" altLang="ja-JP" dirty="0"/>
              <a:t> </a:t>
            </a:r>
            <a:r>
              <a:rPr lang="en-US" altLang="ja-JP" dirty="0" err="1">
                <a:solidFill>
                  <a:srgbClr val="FF0000"/>
                </a:solidFill>
              </a:rPr>
              <a:t>OpenXR</a:t>
            </a:r>
            <a:r>
              <a:rPr lang="en-US" altLang="ja-JP" dirty="0">
                <a:solidFill>
                  <a:srgbClr val="FF0000"/>
                </a:solidFill>
              </a:rPr>
              <a:t> Plugin</a:t>
            </a:r>
            <a:r>
              <a:rPr lang="en-US" altLang="ja-JP" dirty="0"/>
              <a:t> </a:t>
            </a:r>
            <a:r>
              <a:rPr lang="ja-JP" altLang="en-US" dirty="0"/>
              <a:t>を検索してインストールする</a:t>
            </a:r>
            <a:endParaRPr lang="en-US" altLang="ja-JP" dirty="0"/>
          </a:p>
          <a:p>
            <a:pPr lvl="1"/>
            <a:r>
              <a:rPr lang="ja-JP" altLang="en-US" dirty="0"/>
              <a:t>新しい入力バックエンド（</a:t>
            </a:r>
            <a:r>
              <a:rPr lang="en-US" altLang="ja-JP" dirty="0"/>
              <a:t>new input system package</a:t>
            </a:r>
            <a:r>
              <a:rPr lang="ja-JP" altLang="en-US" dirty="0"/>
              <a:t>）を有効にするダイヤログが表示されたら、</a:t>
            </a:r>
            <a:r>
              <a:rPr lang="en-US" altLang="ja-JP" dirty="0"/>
              <a:t>Yes</a:t>
            </a:r>
            <a:r>
              <a:rPr lang="ja-JP" altLang="en-US" dirty="0"/>
              <a:t>を選択する</a:t>
            </a:r>
            <a:endParaRPr lang="en-US" altLang="ja-JP" dirty="0"/>
          </a:p>
          <a:p>
            <a:pPr lvl="1"/>
            <a:r>
              <a:rPr lang="en-US" altLang="ja-JP" dirty="0">
                <a:solidFill>
                  <a:srgbClr val="FF0000"/>
                </a:solidFill>
              </a:rPr>
              <a:t>XR Hands </a:t>
            </a:r>
            <a:r>
              <a:rPr lang="ja-JP" altLang="en-US" dirty="0"/>
              <a:t>および</a:t>
            </a:r>
            <a:r>
              <a:rPr lang="en-US" altLang="ja-JP" dirty="0">
                <a:solidFill>
                  <a:srgbClr val="FF0000"/>
                </a:solidFill>
              </a:rPr>
              <a:t> </a:t>
            </a:r>
            <a:r>
              <a:rPr lang="en-US" altLang="ja-JP" dirty="0" err="1">
                <a:solidFill>
                  <a:srgbClr val="FF0000"/>
                </a:solidFill>
              </a:rPr>
              <a:t>HandVisualizer</a:t>
            </a:r>
            <a:endParaRPr lang="en-US" altLang="ja-JP" dirty="0">
              <a:solidFill>
                <a:srgbClr val="FF0000"/>
              </a:solidFill>
            </a:endParaRPr>
          </a:p>
          <a:p>
            <a:pPr lvl="1"/>
            <a:r>
              <a:rPr lang="en-US" altLang="ja-JP" dirty="0">
                <a:solidFill>
                  <a:srgbClr val="FF0000"/>
                </a:solidFill>
              </a:rPr>
              <a:t>XR Interaction Toolkit </a:t>
            </a:r>
            <a:r>
              <a:rPr lang="ja-JP" altLang="en-US" dirty="0"/>
              <a:t>および</a:t>
            </a:r>
            <a:r>
              <a:rPr lang="en-US" altLang="ja-JP" dirty="0"/>
              <a:t> </a:t>
            </a:r>
            <a:r>
              <a:rPr lang="en-US" altLang="ja-JP" dirty="0">
                <a:solidFill>
                  <a:srgbClr val="FF0000"/>
                </a:solidFill>
              </a:rPr>
              <a:t>Starter Assets, Hands Interaction Demo</a:t>
            </a:r>
          </a:p>
          <a:p>
            <a:pPr lvl="1"/>
            <a:endParaRPr lang="en-US" altLang="ja-JP" dirty="0">
              <a:solidFill>
                <a:srgbClr val="FF0000"/>
              </a:solidFill>
            </a:endParaRPr>
          </a:p>
          <a:p>
            <a:r>
              <a:rPr lang="en-US" altLang="ja-JP" dirty="0" err="1"/>
              <a:t>MREALXRPluginforUnity.unitypackage</a:t>
            </a:r>
            <a:r>
              <a:rPr lang="en-US" altLang="ja-JP" dirty="0"/>
              <a:t> </a:t>
            </a:r>
            <a:r>
              <a:rPr lang="ja-JP" altLang="en-US" dirty="0"/>
              <a:t>を </a:t>
            </a:r>
            <a:r>
              <a:rPr lang="en-US" altLang="ja-JP" dirty="0"/>
              <a:t>MREAL</a:t>
            </a:r>
            <a:r>
              <a:rPr lang="ja-JP" altLang="en-US" dirty="0"/>
              <a:t>の開発者サイトからダウンロードする</a:t>
            </a:r>
            <a:endParaRPr lang="en-US" altLang="ja-JP" dirty="0"/>
          </a:p>
          <a:p>
            <a:pPr lvl="1"/>
            <a:r>
              <a:rPr lang="en-US" altLang="ja-JP" dirty="0">
                <a:hlinkClick r:id="rId2"/>
              </a:rPr>
              <a:t>https://mr.ssw.imaging-saas.canon/mr/download/index.html</a:t>
            </a:r>
            <a:r>
              <a:rPr lang="en-US" altLang="ja-JP" dirty="0"/>
              <a:t> -&gt; MREAL XR Plugin for Unity</a:t>
            </a:r>
          </a:p>
          <a:p>
            <a:pPr lvl="1"/>
            <a:endParaRPr lang="en-US" altLang="ja-JP" dirty="0"/>
          </a:p>
          <a:p>
            <a:r>
              <a:rPr lang="en-US" altLang="ja-JP" dirty="0" err="1"/>
              <a:t>MREALXRPluginforUnity.unitypackage</a:t>
            </a:r>
            <a:r>
              <a:rPr lang="en-US" altLang="ja-JP" dirty="0"/>
              <a:t> </a:t>
            </a:r>
            <a:r>
              <a:rPr lang="ja-JP" altLang="en-US" dirty="0"/>
              <a:t>をインポートする</a:t>
            </a:r>
            <a:endParaRPr lang="en-US" altLang="ja-JP" dirty="0"/>
          </a:p>
          <a:p>
            <a:pPr lvl="1"/>
            <a:r>
              <a:rPr lang="en-US" altLang="ja-JP" u="sng" dirty="0"/>
              <a:t>Assets &gt; Import Package &gt; Custom Package…​</a:t>
            </a:r>
          </a:p>
          <a:p>
            <a:pPr lvl="1"/>
            <a:r>
              <a:rPr lang="en-US" altLang="ja-JP" dirty="0" err="1"/>
              <a:t>MREALXRPluginforUnity.unitypackage</a:t>
            </a:r>
            <a:r>
              <a:rPr lang="ja-JP" altLang="en-US" dirty="0"/>
              <a:t>を選択し、</a:t>
            </a:r>
            <a:r>
              <a:rPr lang="en-US" altLang="ja-JP" dirty="0"/>
              <a:t>Import</a:t>
            </a:r>
            <a:r>
              <a:rPr lang="ja-JP" altLang="en-US" dirty="0"/>
              <a:t>を押下する</a:t>
            </a:r>
            <a:endParaRPr lang="en-US" altLang="ja-JP" dirty="0">
              <a:solidFill>
                <a:srgbClr val="FF0000"/>
              </a:solidFill>
            </a:endParaRPr>
          </a:p>
        </p:txBody>
      </p:sp>
    </p:spTree>
    <p:extLst>
      <p:ext uri="{BB962C8B-B14F-4D97-AF65-F5344CB8AC3E}">
        <p14:creationId xmlns:p14="http://schemas.microsoft.com/office/powerpoint/2010/main" val="1627440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プロジェクトの設定</a:t>
            </a:r>
          </a:p>
        </p:txBody>
      </p:sp>
      <p:sp>
        <p:nvSpPr>
          <p:cNvPr id="3" name="コンテンツ プレースホルダー 2"/>
          <p:cNvSpPr>
            <a:spLocks noGrp="1"/>
          </p:cNvSpPr>
          <p:nvPr>
            <p:ph idx="1"/>
          </p:nvPr>
        </p:nvSpPr>
        <p:spPr/>
        <p:txBody>
          <a:bodyPr>
            <a:normAutofit/>
          </a:bodyPr>
          <a:lstStyle/>
          <a:p>
            <a:r>
              <a:rPr lang="en-US" altLang="ja-JP" dirty="0" err="1"/>
              <a:t>OpenXR</a:t>
            </a:r>
            <a:r>
              <a:rPr lang="en-US" altLang="ja-JP" dirty="0"/>
              <a:t> Plugin</a:t>
            </a:r>
            <a:r>
              <a:rPr lang="ja-JP" altLang="en-US" dirty="0"/>
              <a:t>を有効にする</a:t>
            </a:r>
            <a:endParaRPr lang="en-US" altLang="ja-JP" dirty="0"/>
          </a:p>
          <a:p>
            <a:pPr lvl="1"/>
            <a:r>
              <a:rPr lang="en-US" altLang="ja-JP" u="sng" dirty="0"/>
              <a:t>Edit &gt; Project Setting &gt; [</a:t>
            </a:r>
            <a:r>
              <a:rPr lang="en-US" altLang="ja-JP" dirty="0"/>
              <a:t>XR Plug-in Management]</a:t>
            </a:r>
            <a:endParaRPr lang="en-US" altLang="ja-JP" u="sng" dirty="0"/>
          </a:p>
          <a:p>
            <a:pPr lvl="1"/>
            <a:r>
              <a:rPr lang="en-US" altLang="ja-JP" dirty="0"/>
              <a:t>Plug-in Providers </a:t>
            </a:r>
            <a:r>
              <a:rPr lang="ja-JP" altLang="en-US" dirty="0"/>
              <a:t>の </a:t>
            </a:r>
            <a:r>
              <a:rPr lang="ja-JP" altLang="en-US" dirty="0">
                <a:solidFill>
                  <a:srgbClr val="FF0000"/>
                </a:solidFill>
              </a:rPr>
              <a:t>✅</a:t>
            </a:r>
            <a:r>
              <a:rPr lang="en-US" altLang="ja-JP" dirty="0" err="1">
                <a:solidFill>
                  <a:srgbClr val="FF0000"/>
                </a:solidFill>
              </a:rPr>
              <a:t>OpenXR</a:t>
            </a:r>
            <a:r>
              <a:rPr lang="en-US" altLang="ja-JP" dirty="0">
                <a:solidFill>
                  <a:srgbClr val="FF0000"/>
                </a:solidFill>
              </a:rPr>
              <a:t> </a:t>
            </a:r>
            <a:r>
              <a:rPr lang="ja-JP" altLang="en-US" dirty="0"/>
              <a:t>にチェックを入れる</a:t>
            </a:r>
            <a:endParaRPr lang="en-US" altLang="ja-JP" dirty="0"/>
          </a:p>
          <a:p>
            <a:pPr lvl="1"/>
            <a:endParaRPr lang="en-US" altLang="ja-JP" dirty="0"/>
          </a:p>
          <a:p>
            <a:r>
              <a:rPr lang="en-US" altLang="ja-JP" dirty="0" err="1"/>
              <a:t>OpenXR</a:t>
            </a:r>
            <a:r>
              <a:rPr lang="ja-JP" altLang="en-US" dirty="0"/>
              <a:t>の設定</a:t>
            </a:r>
            <a:r>
              <a:rPr lang="en-US" altLang="ja-JP" dirty="0"/>
              <a:t>:</a:t>
            </a:r>
          </a:p>
          <a:p>
            <a:pPr lvl="1"/>
            <a:r>
              <a:rPr lang="en-US" altLang="ja-JP" u="sng" dirty="0"/>
              <a:t>Edit &gt; Project Settings &gt; XR Plug-in Management &gt; [</a:t>
            </a:r>
            <a:r>
              <a:rPr lang="en-US" altLang="ja-JP" u="sng" dirty="0" err="1"/>
              <a:t>OpenXR</a:t>
            </a:r>
            <a:r>
              <a:rPr lang="en-US" altLang="ja-JP" u="sng" dirty="0"/>
              <a:t>]</a:t>
            </a:r>
          </a:p>
          <a:p>
            <a:pPr lvl="1"/>
            <a:r>
              <a:rPr lang="en-US" altLang="ja-JP" dirty="0"/>
              <a:t>1.&lt;Depth Submission Mode&gt;</a:t>
            </a:r>
            <a:r>
              <a:rPr lang="ja-JP" altLang="en-US" dirty="0"/>
              <a:t>を </a:t>
            </a:r>
            <a:r>
              <a:rPr lang="en-US" altLang="ja-JP" dirty="0"/>
              <a:t>Depth 16 Bit </a:t>
            </a:r>
            <a:r>
              <a:rPr lang="ja-JP" altLang="en-US" dirty="0"/>
              <a:t>もしくは </a:t>
            </a:r>
            <a:r>
              <a:rPr lang="en-US" altLang="ja-JP" dirty="0">
                <a:solidFill>
                  <a:srgbClr val="FF0000"/>
                </a:solidFill>
              </a:rPr>
              <a:t>Depth 24 Bit </a:t>
            </a:r>
            <a:r>
              <a:rPr lang="ja-JP" altLang="en-US" dirty="0"/>
              <a:t>にする</a:t>
            </a:r>
            <a:endParaRPr lang="en-US" altLang="ja-JP" dirty="0"/>
          </a:p>
          <a:p>
            <a:pPr lvl="1"/>
            <a:r>
              <a:rPr lang="en-US" altLang="ja-JP" dirty="0"/>
              <a:t>2.&lt;Render Mode&gt;</a:t>
            </a:r>
            <a:r>
              <a:rPr lang="ja-JP" altLang="en-US" dirty="0"/>
              <a:t>を </a:t>
            </a:r>
            <a:r>
              <a:rPr lang="en-US" altLang="ja-JP" dirty="0">
                <a:solidFill>
                  <a:srgbClr val="FF0000"/>
                </a:solidFill>
              </a:rPr>
              <a:t>Multi-pass </a:t>
            </a:r>
            <a:r>
              <a:rPr lang="ja-JP" altLang="en-US" dirty="0"/>
              <a:t>に設定する</a:t>
            </a:r>
            <a:endParaRPr lang="en-US" altLang="ja-JP" dirty="0"/>
          </a:p>
          <a:p>
            <a:pPr lvl="1"/>
            <a:r>
              <a:rPr lang="en-US" altLang="ja-JP" dirty="0"/>
              <a:t>3.&lt;Interaction Profiles&gt;</a:t>
            </a:r>
            <a:r>
              <a:rPr lang="ja-JP" altLang="en-US" dirty="0"/>
              <a:t>に </a:t>
            </a:r>
            <a:r>
              <a:rPr lang="en-US" altLang="ja-JP" dirty="0">
                <a:solidFill>
                  <a:srgbClr val="FF0000"/>
                </a:solidFill>
              </a:rPr>
              <a:t>Hand Interaction Profile</a:t>
            </a:r>
            <a:r>
              <a:rPr lang="en-US" altLang="ja-JP" dirty="0"/>
              <a:t> </a:t>
            </a:r>
            <a:r>
              <a:rPr lang="ja-JP" altLang="en-US" dirty="0"/>
              <a:t>を追加（</a:t>
            </a:r>
            <a:r>
              <a:rPr lang="en-US" altLang="ja-JP" dirty="0"/>
              <a:t>+</a:t>
            </a:r>
            <a:r>
              <a:rPr lang="ja-JP" altLang="en-US" dirty="0"/>
              <a:t>）する</a:t>
            </a:r>
            <a:endParaRPr lang="en-US" altLang="ja-JP" dirty="0"/>
          </a:p>
          <a:p>
            <a:pPr lvl="1"/>
            <a:r>
              <a:rPr lang="en-US" altLang="ja-JP" dirty="0"/>
              <a:t>4.&lt;</a:t>
            </a:r>
            <a:r>
              <a:rPr lang="en-US" altLang="ja-JP" dirty="0" err="1"/>
              <a:t>OpenXR</a:t>
            </a:r>
            <a:r>
              <a:rPr lang="en-US" altLang="ja-JP" dirty="0"/>
              <a:t> Feature Groups&gt;</a:t>
            </a:r>
            <a:r>
              <a:rPr lang="ja-JP" altLang="en-US" dirty="0"/>
              <a:t>の </a:t>
            </a:r>
            <a:r>
              <a:rPr lang="ja-JP" altLang="en-US" dirty="0">
                <a:solidFill>
                  <a:srgbClr val="FF0000"/>
                </a:solidFill>
              </a:rPr>
              <a:t>✅</a:t>
            </a:r>
            <a:r>
              <a:rPr lang="en-US" altLang="ja-JP" dirty="0">
                <a:solidFill>
                  <a:srgbClr val="FF0000"/>
                </a:solidFill>
              </a:rPr>
              <a:t>Hand Interaction Poses </a:t>
            </a:r>
            <a:r>
              <a:rPr lang="ja-JP" altLang="en-US" dirty="0"/>
              <a:t>と </a:t>
            </a:r>
            <a:r>
              <a:rPr lang="ja-JP" altLang="en-US" dirty="0">
                <a:solidFill>
                  <a:srgbClr val="FF0000"/>
                </a:solidFill>
              </a:rPr>
              <a:t>✅</a:t>
            </a:r>
            <a:r>
              <a:rPr lang="en-US" altLang="ja-JP" dirty="0">
                <a:solidFill>
                  <a:srgbClr val="FF0000"/>
                </a:solidFill>
              </a:rPr>
              <a:t>Hand Tracking Subsystem </a:t>
            </a:r>
            <a:r>
              <a:rPr lang="ja-JP" altLang="en-US" dirty="0"/>
              <a:t>にチェックを入れる</a:t>
            </a:r>
            <a:endParaRPr lang="en-US" altLang="ja-JP" dirty="0"/>
          </a:p>
          <a:p>
            <a:pPr lvl="1"/>
            <a:r>
              <a:rPr lang="en-US" altLang="ja-JP" dirty="0"/>
              <a:t>5.</a:t>
            </a:r>
            <a:r>
              <a:rPr lang="ja-JP" altLang="en-US" dirty="0"/>
              <a:t>同じく、</a:t>
            </a:r>
            <a:r>
              <a:rPr lang="ja-JP" altLang="en-US" dirty="0">
                <a:solidFill>
                  <a:srgbClr val="FF0000"/>
                </a:solidFill>
              </a:rPr>
              <a:t>✅</a:t>
            </a:r>
            <a:r>
              <a:rPr lang="en-US" altLang="ja-JP" dirty="0" err="1">
                <a:solidFill>
                  <a:srgbClr val="FF0000"/>
                </a:solidFill>
              </a:rPr>
              <a:t>MREAL_target_tracking_Extension</a:t>
            </a:r>
            <a:r>
              <a:rPr lang="en-US" altLang="ja-JP" dirty="0">
                <a:solidFill>
                  <a:srgbClr val="FF0000"/>
                </a:solidFill>
              </a:rPr>
              <a:t> </a:t>
            </a:r>
            <a:r>
              <a:rPr lang="ja-JP" altLang="en-US" dirty="0"/>
              <a:t>にチェックを入れる</a:t>
            </a:r>
            <a:endParaRPr lang="en-US" altLang="ja-JP" dirty="0"/>
          </a:p>
          <a:p>
            <a:pPr lvl="1"/>
            <a:r>
              <a:rPr lang="en-US" altLang="ja-JP" u="sng" dirty="0"/>
              <a:t>XR Plug-in Management &gt; Project Validation</a:t>
            </a:r>
            <a:r>
              <a:rPr lang="ja-JP" altLang="en-US" dirty="0"/>
              <a:t>で警告が出ていた場合、</a:t>
            </a:r>
            <a:r>
              <a:rPr lang="en-US" altLang="ja-JP" dirty="0"/>
              <a:t>[Fix All]</a:t>
            </a:r>
            <a:r>
              <a:rPr lang="ja-JP" altLang="en-US" dirty="0"/>
              <a:t>で </a:t>
            </a:r>
            <a:r>
              <a:rPr lang="en-US" altLang="ja-JP" dirty="0"/>
              <a:t>Fix </a:t>
            </a:r>
            <a:r>
              <a:rPr lang="ja-JP" altLang="en-US" dirty="0"/>
              <a:t>する</a:t>
            </a:r>
            <a:endParaRPr lang="en-US" altLang="ja-JP" dirty="0"/>
          </a:p>
          <a:p>
            <a:pPr marL="0" indent="0">
              <a:buNone/>
            </a:pPr>
            <a:endParaRPr lang="en-US" altLang="ja-JP" dirty="0"/>
          </a:p>
          <a:p>
            <a:r>
              <a:rPr lang="en-US" altLang="ja-JP" dirty="0"/>
              <a:t>Unity</a:t>
            </a:r>
            <a:r>
              <a:rPr lang="ja-JP" altLang="en-US" dirty="0"/>
              <a:t>ウィンドウにフォーカスがない場合でも、処理が実行され続けるように設定する</a:t>
            </a:r>
          </a:p>
          <a:p>
            <a:pPr lvl="1"/>
            <a:r>
              <a:rPr lang="en-US" altLang="ja-JP" u="sng" dirty="0"/>
              <a:t>Edit &gt; Project Setting</a:t>
            </a:r>
          </a:p>
          <a:p>
            <a:pPr lvl="1"/>
            <a:r>
              <a:rPr lang="en-US" altLang="ja-JP" dirty="0"/>
              <a:t>[Player] &gt; Resolution and Presentation &gt; Resolution</a:t>
            </a:r>
            <a:r>
              <a:rPr lang="ja-JP" altLang="en-US" dirty="0"/>
              <a:t> の </a:t>
            </a:r>
            <a:r>
              <a:rPr lang="ja-JP" altLang="en-US" dirty="0">
                <a:solidFill>
                  <a:srgbClr val="FF0000"/>
                </a:solidFill>
              </a:rPr>
              <a:t>✅</a:t>
            </a:r>
            <a:r>
              <a:rPr lang="en-US" altLang="ja-JP" dirty="0">
                <a:solidFill>
                  <a:srgbClr val="FF0000"/>
                </a:solidFill>
              </a:rPr>
              <a:t>Run in Backgroun</a:t>
            </a:r>
            <a:r>
              <a:rPr lang="en-US" altLang="ja-JP" dirty="0"/>
              <a:t>d </a:t>
            </a:r>
            <a:r>
              <a:rPr lang="ja-JP" altLang="en-US" dirty="0"/>
              <a:t>のチェックを入れる</a:t>
            </a:r>
            <a:endParaRPr lang="en-US" altLang="ja-JP" dirty="0"/>
          </a:p>
          <a:p>
            <a:pPr lvl="1"/>
            <a:r>
              <a:rPr lang="en-US" altLang="ja-JP" dirty="0"/>
              <a:t>[Input System Package]</a:t>
            </a:r>
            <a:r>
              <a:rPr lang="ja-JP" altLang="en-US" dirty="0"/>
              <a:t>の </a:t>
            </a:r>
            <a:r>
              <a:rPr lang="en-US" altLang="ja-JP" dirty="0">
                <a:solidFill>
                  <a:srgbClr val="FF0000"/>
                </a:solidFill>
              </a:rPr>
              <a:t>[Create settings asset] </a:t>
            </a:r>
            <a:r>
              <a:rPr lang="ja-JP" altLang="en-US" dirty="0"/>
              <a:t>を押下する</a:t>
            </a:r>
          </a:p>
          <a:p>
            <a:pPr lvl="1"/>
            <a:r>
              <a:rPr lang="en-US" altLang="ja-JP" dirty="0"/>
              <a:t>&lt;Background Behavior&gt;</a:t>
            </a:r>
            <a:r>
              <a:rPr lang="ja-JP" altLang="en-US" dirty="0"/>
              <a:t>を </a:t>
            </a:r>
            <a:r>
              <a:rPr lang="ja-JP" altLang="en-US" dirty="0">
                <a:solidFill>
                  <a:srgbClr val="FF0000"/>
                </a:solidFill>
              </a:rPr>
              <a:t>▼</a:t>
            </a:r>
            <a:r>
              <a:rPr lang="en-US" altLang="ja-JP" dirty="0">
                <a:solidFill>
                  <a:srgbClr val="FF0000"/>
                </a:solidFill>
              </a:rPr>
              <a:t>Ignore Focus </a:t>
            </a:r>
            <a:r>
              <a:rPr lang="ja-JP" altLang="en-US" dirty="0"/>
              <a:t>に設定する。</a:t>
            </a:r>
          </a:p>
        </p:txBody>
      </p:sp>
    </p:spTree>
    <p:extLst>
      <p:ext uri="{BB962C8B-B14F-4D97-AF65-F5344CB8AC3E}">
        <p14:creationId xmlns:p14="http://schemas.microsoft.com/office/powerpoint/2010/main" val="1126625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基本的な空間設定</a:t>
            </a:r>
          </a:p>
        </p:txBody>
      </p:sp>
      <p:sp>
        <p:nvSpPr>
          <p:cNvPr id="3" name="コンテンツ プレースホルダー 2"/>
          <p:cNvSpPr>
            <a:spLocks noGrp="1"/>
          </p:cNvSpPr>
          <p:nvPr>
            <p:ph idx="1"/>
          </p:nvPr>
        </p:nvSpPr>
        <p:spPr/>
        <p:txBody>
          <a:bodyPr/>
          <a:lstStyle/>
          <a:p>
            <a:r>
              <a:rPr lang="en-US" altLang="ja-JP" dirty="0"/>
              <a:t>Hierarchy</a:t>
            </a:r>
            <a:r>
              <a:rPr lang="ja-JP" altLang="en-US" dirty="0"/>
              <a:t>の</a:t>
            </a:r>
            <a:r>
              <a:rPr lang="en-US" altLang="ja-JP" dirty="0"/>
              <a:t>[+]</a:t>
            </a:r>
            <a:r>
              <a:rPr lang="ja-JP" altLang="en-US" dirty="0"/>
              <a:t>から</a:t>
            </a:r>
            <a:r>
              <a:rPr lang="en-US" altLang="ja-JP" dirty="0"/>
              <a:t>3D Object &gt; Cube</a:t>
            </a:r>
            <a:r>
              <a:rPr lang="ja-JP" altLang="en-US" dirty="0"/>
              <a:t>を選択し、追加する</a:t>
            </a:r>
          </a:p>
          <a:p>
            <a:endParaRPr lang="ja-JP" altLang="en-US" dirty="0"/>
          </a:p>
          <a:p>
            <a:r>
              <a:rPr lang="en-US" altLang="ja-JP" dirty="0"/>
              <a:t>Hierarchy</a:t>
            </a:r>
            <a:r>
              <a:rPr lang="ja-JP" altLang="en-US" dirty="0"/>
              <a:t>の</a:t>
            </a:r>
            <a:r>
              <a:rPr lang="en-US" altLang="ja-JP" dirty="0"/>
              <a:t>Cube</a:t>
            </a:r>
            <a:r>
              <a:rPr lang="ja-JP" altLang="en-US" dirty="0"/>
              <a:t>を選択し、</a:t>
            </a:r>
            <a:r>
              <a:rPr lang="en-US" altLang="ja-JP" dirty="0"/>
              <a:t>Transform &gt; Scale</a:t>
            </a:r>
            <a:r>
              <a:rPr lang="ja-JP" altLang="en-US" dirty="0"/>
              <a:t>を</a:t>
            </a:r>
            <a:r>
              <a:rPr lang="en-US" altLang="ja-JP" dirty="0"/>
              <a:t>(0.3,0.3,0.3)</a:t>
            </a:r>
            <a:r>
              <a:rPr lang="ja-JP" altLang="en-US" dirty="0"/>
              <a:t>に変更する</a:t>
            </a:r>
            <a:endParaRPr kumimoji="1" lang="ja-JP" altLang="en-US" dirty="0"/>
          </a:p>
        </p:txBody>
      </p:sp>
    </p:spTree>
    <p:extLst>
      <p:ext uri="{BB962C8B-B14F-4D97-AF65-F5344CB8AC3E}">
        <p14:creationId xmlns:p14="http://schemas.microsoft.com/office/powerpoint/2010/main" val="3610287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基本機能の実装</a:t>
            </a:r>
          </a:p>
        </p:txBody>
      </p:sp>
      <p:sp>
        <p:nvSpPr>
          <p:cNvPr id="3" name="テキスト プレースホルダー 2"/>
          <p:cNvSpPr>
            <a:spLocks noGrp="1"/>
          </p:cNvSpPr>
          <p:nvPr>
            <p:ph type="body" idx="1"/>
          </p:nvPr>
        </p:nvSpPr>
        <p:spPr/>
        <p:txBody>
          <a:bodyPr/>
          <a:lstStyle/>
          <a:p>
            <a:r>
              <a:rPr lang="ja-JP" altLang="en-US" dirty="0"/>
              <a:t>仮想の</a:t>
            </a:r>
            <a:r>
              <a:rPr lang="en-US" altLang="ja-JP" dirty="0"/>
              <a:t>3D</a:t>
            </a:r>
            <a:r>
              <a:rPr lang="ja-JP" altLang="en-US" dirty="0"/>
              <a:t>空間にキューブを配置し、</a:t>
            </a:r>
            <a:br>
              <a:rPr lang="en-US" altLang="ja-JP" dirty="0"/>
            </a:br>
            <a:r>
              <a:rPr lang="en-US" altLang="ja-JP" dirty="0"/>
              <a:t>MREAL Display</a:t>
            </a:r>
            <a:r>
              <a:rPr lang="ja-JP" altLang="en-US" dirty="0"/>
              <a:t>で表示することができる</a:t>
            </a:r>
            <a:endParaRPr kumimoji="1" lang="ja-JP" altLang="en-US" dirty="0"/>
          </a:p>
        </p:txBody>
      </p:sp>
    </p:spTree>
    <p:extLst>
      <p:ext uri="{BB962C8B-B14F-4D97-AF65-F5344CB8AC3E}">
        <p14:creationId xmlns:p14="http://schemas.microsoft.com/office/powerpoint/2010/main" val="3389640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a:t>MREAL Display</a:t>
            </a:r>
            <a:r>
              <a:rPr lang="ja-JP" altLang="en-US" dirty="0"/>
              <a:t>で実写映像が表示できるように設定する</a:t>
            </a:r>
            <a:endParaRPr kumimoji="1" lang="ja-JP" altLang="en-US" dirty="0"/>
          </a:p>
        </p:txBody>
      </p:sp>
      <p:sp>
        <p:nvSpPr>
          <p:cNvPr id="3" name="コンテンツ プレースホルダー 2"/>
          <p:cNvSpPr>
            <a:spLocks noGrp="1"/>
          </p:cNvSpPr>
          <p:nvPr>
            <p:ph idx="1"/>
          </p:nvPr>
        </p:nvSpPr>
        <p:spPr/>
        <p:txBody>
          <a:bodyPr>
            <a:normAutofit/>
          </a:bodyPr>
          <a:lstStyle/>
          <a:p>
            <a:r>
              <a:rPr lang="en-US" altLang="ja-JP" dirty="0"/>
              <a:t>XR Interaction Hands </a:t>
            </a:r>
            <a:r>
              <a:rPr lang="en-US" altLang="ja-JP" dirty="0" err="1"/>
              <a:t>Setup.prefab</a:t>
            </a:r>
            <a:r>
              <a:rPr lang="ja-JP" altLang="en-US" dirty="0"/>
              <a:t>を</a:t>
            </a:r>
            <a:r>
              <a:rPr lang="en-US" altLang="ja-JP" dirty="0"/>
              <a:t>Hierarchy </a:t>
            </a:r>
            <a:r>
              <a:rPr lang="ja-JP" altLang="en-US" dirty="0"/>
              <a:t>に追加する</a:t>
            </a:r>
            <a:endParaRPr lang="en-US" altLang="ja-JP" dirty="0"/>
          </a:p>
          <a:p>
            <a:pPr lvl="1"/>
            <a:r>
              <a:rPr lang="en-US" altLang="ja-JP" dirty="0" err="1"/>
              <a:t>Project~Assets</a:t>
            </a:r>
            <a:r>
              <a:rPr lang="en-US" altLang="ja-JP" dirty="0"/>
              <a:t> &gt; XR Interaction Toolkit &gt; 2.5.2 &gt; Hands Interaction Demo &gt; Prefabs &gt;</a:t>
            </a:r>
          </a:p>
          <a:p>
            <a:pPr lvl="1"/>
            <a:endParaRPr lang="ja-JP" altLang="en-US" dirty="0"/>
          </a:p>
          <a:p>
            <a:r>
              <a:rPr lang="en-US" altLang="ja-JP" dirty="0"/>
              <a:t>XR Interaction Hands Setup &gt; XR Origin(XR Rig)</a:t>
            </a:r>
            <a:r>
              <a:rPr lang="ja-JP" altLang="en-US" dirty="0"/>
              <a:t>を選択し、</a:t>
            </a:r>
            <a:r>
              <a:rPr lang="en-US" altLang="ja-JP" dirty="0"/>
              <a:t>Inspector</a:t>
            </a:r>
            <a:r>
              <a:rPr lang="ja-JP" altLang="en-US" dirty="0"/>
              <a:t>から以下を設定する</a:t>
            </a:r>
          </a:p>
          <a:p>
            <a:pPr lvl="1"/>
            <a:r>
              <a:rPr lang="en-US" altLang="ja-JP" dirty="0"/>
              <a:t>Transform &gt; Position</a:t>
            </a:r>
            <a:r>
              <a:rPr lang="ja-JP" altLang="en-US" dirty="0"/>
              <a:t>を</a:t>
            </a:r>
            <a:r>
              <a:rPr lang="en-US" altLang="ja-JP" dirty="0"/>
              <a:t>(0,0,0)</a:t>
            </a:r>
            <a:r>
              <a:rPr lang="ja-JP" altLang="en-US" dirty="0"/>
              <a:t>に設定する</a:t>
            </a:r>
          </a:p>
          <a:p>
            <a:pPr lvl="1"/>
            <a:r>
              <a:rPr lang="en-US" altLang="ja-JP" dirty="0"/>
              <a:t>Transform &gt; Rotation</a:t>
            </a:r>
            <a:r>
              <a:rPr lang="ja-JP" altLang="en-US" dirty="0"/>
              <a:t>を</a:t>
            </a:r>
            <a:r>
              <a:rPr lang="en-US" altLang="ja-JP" dirty="0"/>
              <a:t>(0,0,0)</a:t>
            </a:r>
            <a:r>
              <a:rPr lang="ja-JP" altLang="en-US" dirty="0"/>
              <a:t>に設定する</a:t>
            </a:r>
          </a:p>
          <a:p>
            <a:pPr lvl="1"/>
            <a:r>
              <a:rPr lang="en-US" altLang="ja-JP" dirty="0"/>
              <a:t>Transform &gt; Scale</a:t>
            </a:r>
            <a:r>
              <a:rPr lang="ja-JP" altLang="en-US" dirty="0"/>
              <a:t>を</a:t>
            </a:r>
            <a:r>
              <a:rPr lang="en-US" altLang="ja-JP" dirty="0"/>
              <a:t>(1,1,1)</a:t>
            </a:r>
            <a:r>
              <a:rPr lang="ja-JP" altLang="en-US" dirty="0"/>
              <a:t>に設定する</a:t>
            </a:r>
          </a:p>
          <a:p>
            <a:pPr lvl="1"/>
            <a:endParaRPr lang="ja-JP" altLang="en-US" dirty="0"/>
          </a:p>
          <a:p>
            <a:r>
              <a:rPr lang="en-US" altLang="ja-JP" dirty="0"/>
              <a:t>XR Interaction Hands Setup &gt; XR Origin(XR Rig) &gt; Camera Offset &gt; Main Camera</a:t>
            </a:r>
            <a:r>
              <a:rPr lang="ja-JP" altLang="en-US" dirty="0"/>
              <a:t>を選択し、</a:t>
            </a:r>
            <a:r>
              <a:rPr lang="en-US" altLang="ja-JP" dirty="0"/>
              <a:t>Inspector</a:t>
            </a:r>
            <a:r>
              <a:rPr lang="ja-JP" altLang="en-US" dirty="0"/>
              <a:t>の</a:t>
            </a:r>
            <a:r>
              <a:rPr lang="en-US" altLang="ja-JP" dirty="0"/>
              <a:t>Camera</a:t>
            </a:r>
            <a:r>
              <a:rPr lang="ja-JP" altLang="en-US" dirty="0"/>
              <a:t>コンポーネントから以下を設定する。</a:t>
            </a:r>
          </a:p>
          <a:p>
            <a:pPr lvl="1"/>
            <a:r>
              <a:rPr lang="en-US" altLang="ja-JP" u="sng" dirty="0"/>
              <a:t>Rendering &gt; </a:t>
            </a:r>
            <a:r>
              <a:rPr lang="en-US" altLang="ja-JP" dirty="0">
                <a:solidFill>
                  <a:srgbClr val="FF0000"/>
                </a:solidFill>
              </a:rPr>
              <a:t>Post Processing </a:t>
            </a:r>
            <a:r>
              <a:rPr lang="ja-JP" altLang="en-US" dirty="0">
                <a:solidFill>
                  <a:srgbClr val="FF0000"/>
                </a:solidFill>
              </a:rPr>
              <a:t>の チェックを外す</a:t>
            </a:r>
            <a:endParaRPr lang="ja-JP" altLang="en-US" dirty="0"/>
          </a:p>
          <a:p>
            <a:pPr lvl="1"/>
            <a:r>
              <a:rPr lang="en-US" altLang="ja-JP" u="sng" dirty="0"/>
              <a:t>Environment &gt;</a:t>
            </a:r>
          </a:p>
          <a:p>
            <a:pPr lvl="1"/>
            <a:r>
              <a:rPr lang="en-US" altLang="ja-JP" dirty="0" err="1"/>
              <a:t>BackGround</a:t>
            </a:r>
            <a:r>
              <a:rPr lang="en-US" altLang="ja-JP" dirty="0"/>
              <a:t> Type</a:t>
            </a:r>
            <a:r>
              <a:rPr lang="ja-JP" altLang="en-US" dirty="0"/>
              <a:t> を </a:t>
            </a:r>
            <a:r>
              <a:rPr lang="en-US" altLang="ja-JP" dirty="0">
                <a:solidFill>
                  <a:srgbClr val="FF0000"/>
                </a:solidFill>
              </a:rPr>
              <a:t>Solid Color </a:t>
            </a:r>
            <a:r>
              <a:rPr lang="ja-JP" altLang="en-US" dirty="0"/>
              <a:t>に変更する。</a:t>
            </a:r>
          </a:p>
          <a:p>
            <a:pPr lvl="1"/>
            <a:r>
              <a:rPr lang="en-US" altLang="ja-JP" dirty="0" err="1"/>
              <a:t>BackGround</a:t>
            </a:r>
            <a:r>
              <a:rPr lang="ja-JP" altLang="en-US" dirty="0"/>
              <a:t>を </a:t>
            </a:r>
            <a:r>
              <a:rPr lang="en-US" altLang="ja-JP" dirty="0">
                <a:solidFill>
                  <a:srgbClr val="FF0000"/>
                </a:solidFill>
              </a:rPr>
              <a:t>(0,0,0,0) </a:t>
            </a:r>
            <a:r>
              <a:rPr lang="ja-JP" altLang="en-US" dirty="0"/>
              <a:t>に変更する。</a:t>
            </a:r>
          </a:p>
          <a:p>
            <a:pPr lvl="1"/>
            <a:r>
              <a:rPr lang="en-US" altLang="ja-JP" u="sng" dirty="0"/>
              <a:t>Output &gt;</a:t>
            </a:r>
          </a:p>
          <a:p>
            <a:pPr lvl="1"/>
            <a:r>
              <a:rPr lang="en-US" altLang="ja-JP" dirty="0"/>
              <a:t>HDR Rendering</a:t>
            </a:r>
            <a:r>
              <a:rPr lang="ja-JP" altLang="en-US" dirty="0"/>
              <a:t>を </a:t>
            </a:r>
            <a:r>
              <a:rPr lang="en-US" altLang="ja-JP" dirty="0">
                <a:solidFill>
                  <a:srgbClr val="FF0000"/>
                </a:solidFill>
              </a:rPr>
              <a:t>Off </a:t>
            </a:r>
            <a:r>
              <a:rPr lang="ja-JP" altLang="en-US" dirty="0"/>
              <a:t>に変更する。</a:t>
            </a:r>
            <a:endParaRPr kumimoji="1" lang="ja-JP" altLang="en-US" dirty="0"/>
          </a:p>
        </p:txBody>
      </p:sp>
    </p:spTree>
    <p:extLst>
      <p:ext uri="{BB962C8B-B14F-4D97-AF65-F5344CB8AC3E}">
        <p14:creationId xmlns:p14="http://schemas.microsoft.com/office/powerpoint/2010/main" val="1943074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不要なオブジェクトを無効化する</a:t>
            </a:r>
          </a:p>
        </p:txBody>
      </p:sp>
      <p:sp>
        <p:nvSpPr>
          <p:cNvPr id="3" name="コンテンツ プレースホルダー 2"/>
          <p:cNvSpPr>
            <a:spLocks noGrp="1"/>
          </p:cNvSpPr>
          <p:nvPr>
            <p:ph idx="1"/>
          </p:nvPr>
        </p:nvSpPr>
        <p:spPr/>
        <p:txBody>
          <a:bodyPr>
            <a:normAutofit lnSpcReduction="10000"/>
          </a:bodyPr>
          <a:lstStyle/>
          <a:p>
            <a:r>
              <a:rPr lang="en-US" altLang="ja-JP" b="0" u="sng" dirty="0"/>
              <a:t>Hierarchy</a:t>
            </a:r>
            <a:r>
              <a:rPr lang="ja-JP" altLang="en-US" b="0" u="sng" dirty="0"/>
              <a:t>の</a:t>
            </a:r>
            <a:r>
              <a:rPr lang="en-US" altLang="ja-JP" b="0" u="sng" dirty="0"/>
              <a:t>XR Interaction Hands Setup &gt; XR Origin &gt; Camera Offset</a:t>
            </a:r>
            <a:r>
              <a:rPr lang="ja-JP" altLang="en-US" b="0" dirty="0"/>
              <a:t>下のオブジェクトを無効化する</a:t>
            </a:r>
          </a:p>
          <a:p>
            <a:pPr lvl="1"/>
            <a:r>
              <a:rPr lang="en-US" altLang="ja-JP" b="0" dirty="0">
                <a:solidFill>
                  <a:srgbClr val="00B050"/>
                </a:solidFill>
              </a:rPr>
              <a:t>Left Controller</a:t>
            </a:r>
          </a:p>
          <a:p>
            <a:pPr lvl="1"/>
            <a:r>
              <a:rPr lang="en-US" altLang="ja-JP" b="0" dirty="0">
                <a:solidFill>
                  <a:srgbClr val="00B050"/>
                </a:solidFill>
              </a:rPr>
              <a:t>Left Controller Stabilized</a:t>
            </a:r>
          </a:p>
          <a:p>
            <a:pPr lvl="1"/>
            <a:r>
              <a:rPr lang="en-US" altLang="ja-JP" b="0" dirty="0">
                <a:solidFill>
                  <a:srgbClr val="00B050"/>
                </a:solidFill>
              </a:rPr>
              <a:t>Right Controller</a:t>
            </a:r>
          </a:p>
          <a:p>
            <a:pPr lvl="1"/>
            <a:r>
              <a:rPr lang="en-US" altLang="ja-JP" b="0" dirty="0">
                <a:solidFill>
                  <a:srgbClr val="00B050"/>
                </a:solidFill>
              </a:rPr>
              <a:t>Right Controller Stabilized</a:t>
            </a:r>
          </a:p>
          <a:p>
            <a:pPr lvl="1"/>
            <a:r>
              <a:rPr lang="en-US" altLang="ja-JP" b="0" dirty="0">
                <a:solidFill>
                  <a:srgbClr val="00B050"/>
                </a:solidFill>
              </a:rPr>
              <a:t>Locomotion System</a:t>
            </a:r>
          </a:p>
          <a:p>
            <a:pPr lvl="1"/>
            <a:endParaRPr lang="en-US" altLang="ja-JP" dirty="0"/>
          </a:p>
          <a:p>
            <a:r>
              <a:rPr lang="ja-JP" altLang="en-US" b="0" u="sng" dirty="0"/>
              <a:t>同</a:t>
            </a:r>
            <a:r>
              <a:rPr lang="en-US" altLang="ja-JP" b="0" u="sng" dirty="0"/>
              <a:t>Camera Offset &gt; Left Hand</a:t>
            </a:r>
            <a:r>
              <a:rPr lang="ja-JP" altLang="en-US" b="0" dirty="0"/>
              <a:t>以下の</a:t>
            </a:r>
            <a:r>
              <a:rPr lang="en-US" altLang="ja-JP" b="0" dirty="0"/>
              <a:t>2</a:t>
            </a:r>
            <a:r>
              <a:rPr lang="ja-JP" altLang="en-US" b="0" dirty="0"/>
              <a:t>オブジェクトを無効化する</a:t>
            </a:r>
          </a:p>
          <a:p>
            <a:pPr lvl="1"/>
            <a:r>
              <a:rPr lang="en-US" altLang="ja-JP" b="0" dirty="0">
                <a:solidFill>
                  <a:srgbClr val="00B050"/>
                </a:solidFill>
              </a:rPr>
              <a:t>Ray Interactor</a:t>
            </a:r>
          </a:p>
          <a:p>
            <a:pPr lvl="1"/>
            <a:r>
              <a:rPr lang="en-US" altLang="ja-JP" b="0" dirty="0">
                <a:solidFill>
                  <a:srgbClr val="00B050"/>
                </a:solidFill>
              </a:rPr>
              <a:t>Ray Stabilized</a:t>
            </a:r>
          </a:p>
          <a:p>
            <a:pPr lvl="1"/>
            <a:endParaRPr lang="en-US" altLang="ja-JP" b="0" dirty="0"/>
          </a:p>
          <a:p>
            <a:r>
              <a:rPr lang="ja-JP" altLang="en-US" b="0" u="sng" dirty="0"/>
              <a:t>同</a:t>
            </a:r>
            <a:r>
              <a:rPr lang="en-US" altLang="ja-JP" b="0" u="sng" dirty="0"/>
              <a:t>Camera Offset &gt; Right Hand</a:t>
            </a:r>
            <a:r>
              <a:rPr lang="ja-JP" altLang="en-US" b="0" dirty="0"/>
              <a:t>以下の</a:t>
            </a:r>
            <a:r>
              <a:rPr lang="en-US" altLang="ja-JP" b="0" dirty="0"/>
              <a:t>2</a:t>
            </a:r>
            <a:r>
              <a:rPr lang="ja-JP" altLang="en-US" b="0" dirty="0"/>
              <a:t>オブジェクトを無効化する</a:t>
            </a:r>
          </a:p>
          <a:p>
            <a:pPr lvl="1"/>
            <a:r>
              <a:rPr lang="en-US" altLang="ja-JP" b="0" dirty="0">
                <a:solidFill>
                  <a:srgbClr val="00B050"/>
                </a:solidFill>
              </a:rPr>
              <a:t>Ray Interactor</a:t>
            </a:r>
          </a:p>
          <a:p>
            <a:pPr lvl="1"/>
            <a:r>
              <a:rPr lang="en-US" altLang="ja-JP" b="0" dirty="0">
                <a:solidFill>
                  <a:srgbClr val="00B050"/>
                </a:solidFill>
              </a:rPr>
              <a:t>Ray Stabilized</a:t>
            </a:r>
          </a:p>
          <a:p>
            <a:pPr lvl="1"/>
            <a:endParaRPr lang="en-US" altLang="ja-JP" dirty="0">
              <a:solidFill>
                <a:srgbClr val="00B050"/>
              </a:solidFill>
            </a:endParaRPr>
          </a:p>
          <a:p>
            <a:r>
              <a:rPr lang="ja-JP" altLang="en-US" b="0" u="sng" dirty="0"/>
              <a:t>同</a:t>
            </a:r>
            <a:r>
              <a:rPr lang="en-US" altLang="ja-JP" b="0" u="sng" dirty="0"/>
              <a:t>Camera Offset &gt; Left Hand</a:t>
            </a:r>
            <a:r>
              <a:rPr lang="ja-JP" altLang="en-US" b="0" dirty="0"/>
              <a:t>の</a:t>
            </a:r>
            <a:r>
              <a:rPr lang="en-US" altLang="ja-JP" b="0" dirty="0"/>
              <a:t>2</a:t>
            </a:r>
            <a:r>
              <a:rPr lang="ja-JP" altLang="en-US" b="0" dirty="0"/>
              <a:t>コンポーネントを無効化する</a:t>
            </a:r>
          </a:p>
          <a:p>
            <a:pPr lvl="1"/>
            <a:r>
              <a:rPr lang="en-US" altLang="ja-JP" b="0" dirty="0">
                <a:solidFill>
                  <a:srgbClr val="00B050"/>
                </a:solidFill>
              </a:rPr>
              <a:t>Poke gesture Detector</a:t>
            </a:r>
          </a:p>
          <a:p>
            <a:pPr lvl="1"/>
            <a:r>
              <a:rPr lang="en-US" altLang="ja-JP" b="0" dirty="0">
                <a:solidFill>
                  <a:srgbClr val="00B050"/>
                </a:solidFill>
              </a:rPr>
              <a:t>Meta System gesture Detector</a:t>
            </a:r>
          </a:p>
          <a:p>
            <a:pPr lvl="1"/>
            <a:endParaRPr lang="en-US" altLang="ja-JP" b="0" dirty="0"/>
          </a:p>
          <a:p>
            <a:r>
              <a:rPr lang="ja-JP" altLang="en-US" b="0" u="sng" dirty="0"/>
              <a:t>同</a:t>
            </a:r>
            <a:r>
              <a:rPr lang="en-US" altLang="ja-JP" b="0" u="sng" dirty="0"/>
              <a:t>Camera Offset &gt; Right Hand</a:t>
            </a:r>
            <a:r>
              <a:rPr lang="ja-JP" altLang="en-US" b="0" dirty="0"/>
              <a:t>の</a:t>
            </a:r>
            <a:r>
              <a:rPr lang="en-US" altLang="ja-JP" b="0" dirty="0"/>
              <a:t>2</a:t>
            </a:r>
            <a:r>
              <a:rPr lang="ja-JP" altLang="en-US" b="0" dirty="0"/>
              <a:t>コンポーネントを無効化する</a:t>
            </a:r>
          </a:p>
          <a:p>
            <a:pPr lvl="1"/>
            <a:r>
              <a:rPr lang="en-US" altLang="ja-JP" b="0" dirty="0">
                <a:solidFill>
                  <a:srgbClr val="00B050"/>
                </a:solidFill>
              </a:rPr>
              <a:t>Poke gesture Detector</a:t>
            </a:r>
          </a:p>
          <a:p>
            <a:pPr lvl="1"/>
            <a:r>
              <a:rPr lang="en-US" altLang="ja-JP" b="0" dirty="0">
                <a:solidFill>
                  <a:srgbClr val="00B050"/>
                </a:solidFill>
              </a:rPr>
              <a:t>Meta System gesture Detector</a:t>
            </a:r>
          </a:p>
          <a:p>
            <a:endParaRPr kumimoji="1" lang="ja-JP" altLang="en-US" dirty="0"/>
          </a:p>
        </p:txBody>
      </p:sp>
    </p:spTree>
    <p:extLst>
      <p:ext uri="{BB962C8B-B14F-4D97-AF65-F5344CB8AC3E}">
        <p14:creationId xmlns:p14="http://schemas.microsoft.com/office/powerpoint/2010/main" val="3057699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ハンドインタラクション機能の追加</a:t>
            </a:r>
            <a:endParaRPr kumimoji="1" lang="ja-JP" altLang="en-US" dirty="0"/>
          </a:p>
        </p:txBody>
      </p:sp>
      <p:sp>
        <p:nvSpPr>
          <p:cNvPr id="3" name="テキスト プレースホルダー 2"/>
          <p:cNvSpPr>
            <a:spLocks noGrp="1"/>
          </p:cNvSpPr>
          <p:nvPr>
            <p:ph type="body" idx="1"/>
          </p:nvPr>
        </p:nvSpPr>
        <p:spPr/>
        <p:txBody>
          <a:bodyPr/>
          <a:lstStyle/>
          <a:p>
            <a:r>
              <a:rPr kumimoji="1" lang="ja-JP" altLang="en-US" dirty="0"/>
              <a:t>キューブをつかむことができる</a:t>
            </a:r>
          </a:p>
        </p:txBody>
      </p:sp>
    </p:spTree>
    <p:extLst>
      <p:ext uri="{BB962C8B-B14F-4D97-AF65-F5344CB8AC3E}">
        <p14:creationId xmlns:p14="http://schemas.microsoft.com/office/powerpoint/2010/main" val="1944716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ハンドの設定</a:t>
            </a:r>
            <a:endParaRPr kumimoji="1" lang="ja-JP" altLang="en-US" dirty="0"/>
          </a:p>
        </p:txBody>
      </p:sp>
      <p:sp>
        <p:nvSpPr>
          <p:cNvPr id="3" name="コンテンツ プレースホルダー 2"/>
          <p:cNvSpPr>
            <a:spLocks noGrp="1"/>
          </p:cNvSpPr>
          <p:nvPr>
            <p:ph idx="1"/>
          </p:nvPr>
        </p:nvSpPr>
        <p:spPr/>
        <p:txBody>
          <a:bodyPr/>
          <a:lstStyle/>
          <a:p>
            <a:r>
              <a:rPr lang="en-US" altLang="ja-JP" dirty="0"/>
              <a:t>Hierarchy</a:t>
            </a:r>
            <a:r>
              <a:rPr lang="ja-JP" altLang="en-US" dirty="0"/>
              <a:t>の</a:t>
            </a:r>
            <a:r>
              <a:rPr lang="en-US" altLang="ja-JP" dirty="0"/>
              <a:t>XR Interaction Hands Setup &gt; XR Origin (XR Rig) &gt; Camera Offset &gt;</a:t>
            </a:r>
          </a:p>
          <a:p>
            <a:pPr lvl="1"/>
            <a:r>
              <a:rPr lang="en-US" altLang="ja-JP" dirty="0"/>
              <a:t>Right Hand &gt; Direct Interactor</a:t>
            </a:r>
            <a:r>
              <a:rPr lang="ja-JP" altLang="en-US" dirty="0"/>
              <a:t>の</a:t>
            </a:r>
            <a:r>
              <a:rPr lang="en-US" altLang="ja-JP" dirty="0"/>
              <a:t>XR Controller(Action-based)</a:t>
            </a:r>
            <a:r>
              <a:rPr lang="ja-JP" altLang="en-US" dirty="0"/>
              <a:t>コンポーネントから以下を設定する。</a:t>
            </a:r>
          </a:p>
          <a:p>
            <a:pPr lvl="1"/>
            <a:r>
              <a:rPr lang="en-US" altLang="ja-JP" dirty="0"/>
              <a:t>Rotation Action &gt; Reference</a:t>
            </a:r>
            <a:r>
              <a:rPr lang="ja-JP" altLang="en-US" dirty="0"/>
              <a:t>を</a:t>
            </a:r>
            <a:r>
              <a:rPr lang="en-US" altLang="ja-JP" dirty="0"/>
              <a:t>XRI </a:t>
            </a:r>
            <a:r>
              <a:rPr lang="en-US" altLang="ja-JP" dirty="0" err="1"/>
              <a:t>RightHand</a:t>
            </a:r>
            <a:r>
              <a:rPr lang="en-US" altLang="ja-JP" dirty="0"/>
              <a:t>/Grip Rotation</a:t>
            </a:r>
            <a:r>
              <a:rPr lang="ja-JP" altLang="en-US" dirty="0"/>
              <a:t>に変更する。</a:t>
            </a:r>
            <a:endParaRPr lang="en-US" altLang="ja-JP" dirty="0"/>
          </a:p>
          <a:p>
            <a:pPr lvl="1"/>
            <a:r>
              <a:rPr lang="en-US" altLang="ja-JP" dirty="0"/>
              <a:t>Left Hand &gt; Direct Interactor</a:t>
            </a:r>
            <a:r>
              <a:rPr lang="ja-JP" altLang="en-US" dirty="0"/>
              <a:t>の</a:t>
            </a:r>
            <a:r>
              <a:rPr lang="en-US" altLang="ja-JP" dirty="0"/>
              <a:t>XR Controller(Action-based)</a:t>
            </a:r>
            <a:r>
              <a:rPr lang="ja-JP" altLang="en-US" dirty="0"/>
              <a:t>コンポーネントから以下を設定する。</a:t>
            </a:r>
          </a:p>
          <a:p>
            <a:pPr lvl="1"/>
            <a:r>
              <a:rPr lang="en-US" altLang="ja-JP" dirty="0"/>
              <a:t>Rotation Action &gt; Reference</a:t>
            </a:r>
            <a:r>
              <a:rPr lang="ja-JP" altLang="en-US" dirty="0"/>
              <a:t>を</a:t>
            </a:r>
            <a:r>
              <a:rPr lang="en-US" altLang="ja-JP" dirty="0"/>
              <a:t>XRI </a:t>
            </a:r>
            <a:r>
              <a:rPr lang="en-US" altLang="ja-JP" dirty="0" err="1"/>
              <a:t>LeftHand</a:t>
            </a:r>
            <a:r>
              <a:rPr lang="en-US" altLang="ja-JP" dirty="0"/>
              <a:t>/Grip Rotation</a:t>
            </a:r>
            <a:r>
              <a:rPr lang="ja-JP" altLang="en-US" dirty="0"/>
              <a:t>に変更する。</a:t>
            </a:r>
            <a:endParaRPr lang="en-US" altLang="ja-JP" dirty="0"/>
          </a:p>
          <a:p>
            <a:pPr lvl="1"/>
            <a:endParaRPr lang="en-US" altLang="ja-JP" dirty="0"/>
          </a:p>
          <a:p>
            <a:r>
              <a:rPr lang="en-US" altLang="ja-JP" dirty="0"/>
              <a:t>Input Action</a:t>
            </a:r>
            <a:r>
              <a:rPr lang="ja-JP" altLang="en-US" dirty="0"/>
              <a:t>設定</a:t>
            </a:r>
            <a:endParaRPr lang="en-US" altLang="ja-JP" dirty="0"/>
          </a:p>
          <a:p>
            <a:pPr lvl="1"/>
            <a:r>
              <a:rPr lang="en-US" altLang="ja-JP" dirty="0"/>
              <a:t>Project</a:t>
            </a:r>
            <a:r>
              <a:rPr lang="ja-JP" altLang="en-US" dirty="0"/>
              <a:t>の</a:t>
            </a:r>
            <a:r>
              <a:rPr lang="en-US" altLang="ja-JP" dirty="0"/>
              <a:t>Assets/Samples/XR Interaction Toolkit/2.5.2/Starter Assets/XRI Default Input </a:t>
            </a:r>
            <a:r>
              <a:rPr lang="en-US" altLang="ja-JP" dirty="0" err="1"/>
              <a:t>Actions.inputactions</a:t>
            </a:r>
            <a:r>
              <a:rPr lang="ja-JP" altLang="en-US" dirty="0"/>
              <a:t>から以下を設定する。</a:t>
            </a:r>
            <a:endParaRPr lang="en-US" altLang="ja-JP" dirty="0"/>
          </a:p>
          <a:p>
            <a:pPr lvl="1"/>
            <a:endParaRPr lang="en-US" altLang="ja-JP" dirty="0"/>
          </a:p>
          <a:p>
            <a:pPr lvl="1"/>
            <a:r>
              <a:rPr lang="ja-JP" altLang="en-US" dirty="0"/>
              <a:t>つづく</a:t>
            </a:r>
            <a:endParaRPr lang="en-US" altLang="ja-JP" dirty="0"/>
          </a:p>
          <a:p>
            <a:pPr lvl="1"/>
            <a:endParaRPr lang="ja-JP" altLang="en-US" dirty="0"/>
          </a:p>
          <a:p>
            <a:endParaRPr lang="en-US" altLang="ja-JP" dirty="0"/>
          </a:p>
          <a:p>
            <a:endParaRPr lang="ja-JP" altLang="en-US" dirty="0"/>
          </a:p>
          <a:p>
            <a:endParaRPr kumimoji="1" lang="ja-JP" altLang="en-US" dirty="0"/>
          </a:p>
        </p:txBody>
      </p:sp>
    </p:spTree>
    <p:extLst>
      <p:ext uri="{BB962C8B-B14F-4D97-AF65-F5344CB8AC3E}">
        <p14:creationId xmlns:p14="http://schemas.microsoft.com/office/powerpoint/2010/main" val="4244232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err="1"/>
              <a:t>LeftHand</a:t>
            </a:r>
            <a:r>
              <a:rPr lang="en-US" altLang="ja-JP" dirty="0"/>
              <a:t> Interaction</a:t>
            </a:r>
          </a:p>
        </p:txBody>
      </p:sp>
      <p:sp>
        <p:nvSpPr>
          <p:cNvPr id="3" name="コンテンツ プレースホルダー 2"/>
          <p:cNvSpPr>
            <a:spLocks noGrp="1"/>
          </p:cNvSpPr>
          <p:nvPr>
            <p:ph idx="1"/>
          </p:nvPr>
        </p:nvSpPr>
        <p:spPr/>
        <p:txBody>
          <a:bodyPr>
            <a:normAutofit/>
          </a:bodyPr>
          <a:lstStyle/>
          <a:p>
            <a:r>
              <a:rPr lang="en-US" altLang="ja-JP" dirty="0"/>
              <a:t>Grasp</a:t>
            </a:r>
          </a:p>
          <a:p>
            <a:pPr lvl="1"/>
            <a:r>
              <a:rPr lang="en-US" altLang="ja-JP" dirty="0"/>
              <a:t>Action Maps</a:t>
            </a:r>
            <a:r>
              <a:rPr lang="ja-JP" altLang="en-US" dirty="0"/>
              <a:t>の</a:t>
            </a:r>
            <a:r>
              <a:rPr lang="en-US" altLang="ja-JP" dirty="0"/>
              <a:t>XRI </a:t>
            </a:r>
            <a:r>
              <a:rPr lang="en-US" altLang="ja-JP" dirty="0" err="1"/>
              <a:t>LeftHand</a:t>
            </a:r>
            <a:r>
              <a:rPr lang="en-US" altLang="ja-JP" dirty="0"/>
              <a:t> Interaction &gt; Select</a:t>
            </a:r>
            <a:r>
              <a:rPr lang="ja-JP" altLang="en-US" dirty="0"/>
              <a:t>の</a:t>
            </a:r>
            <a:r>
              <a:rPr lang="en-US" altLang="ja-JP" dirty="0"/>
              <a:t>[+]</a:t>
            </a:r>
            <a:r>
              <a:rPr lang="ja-JP" altLang="en-US" dirty="0"/>
              <a:t>から</a:t>
            </a:r>
            <a:r>
              <a:rPr lang="en-US" altLang="ja-JP" dirty="0"/>
              <a:t>Add Binding</a:t>
            </a:r>
            <a:r>
              <a:rPr lang="ja-JP" altLang="en-US" dirty="0"/>
              <a:t>を押下する。</a:t>
            </a:r>
          </a:p>
          <a:p>
            <a:pPr lvl="1"/>
            <a:r>
              <a:rPr lang="ja-JP" altLang="en-US" dirty="0"/>
              <a:t>追加された</a:t>
            </a:r>
            <a:r>
              <a:rPr lang="en-US" altLang="ja-JP" dirty="0"/>
              <a:t>&lt;No Binding&gt;</a:t>
            </a:r>
            <a:r>
              <a:rPr lang="ja-JP" altLang="en-US" dirty="0"/>
              <a:t>を選択し、</a:t>
            </a:r>
            <a:r>
              <a:rPr lang="en-US" altLang="ja-JP" dirty="0"/>
              <a:t>Binding &gt; Path</a:t>
            </a:r>
            <a:r>
              <a:rPr lang="ja-JP" altLang="en-US" dirty="0"/>
              <a:t>を「</a:t>
            </a:r>
            <a:r>
              <a:rPr lang="en-US" altLang="ja-JP" dirty="0"/>
              <a:t>XR Controller &gt; Hand Interaction(</a:t>
            </a:r>
            <a:r>
              <a:rPr lang="en-US" altLang="ja-JP" dirty="0" err="1"/>
              <a:t>OpenXR</a:t>
            </a:r>
            <a:r>
              <a:rPr lang="en-US" altLang="ja-JP" dirty="0"/>
              <a:t>) &gt; </a:t>
            </a:r>
            <a:r>
              <a:rPr lang="en-US" altLang="ja-JP" dirty="0" err="1"/>
              <a:t>GraspReady</a:t>
            </a:r>
            <a:r>
              <a:rPr lang="ja-JP" altLang="en-US" dirty="0"/>
              <a:t>」に設定する。</a:t>
            </a:r>
          </a:p>
          <a:p>
            <a:pPr lvl="1"/>
            <a:r>
              <a:rPr lang="en-US" altLang="ja-JP" dirty="0"/>
              <a:t>Action Maps</a:t>
            </a:r>
            <a:r>
              <a:rPr lang="ja-JP" altLang="en-US" dirty="0"/>
              <a:t>の</a:t>
            </a:r>
            <a:r>
              <a:rPr lang="en-US" altLang="ja-JP" dirty="0"/>
              <a:t>XRI </a:t>
            </a:r>
            <a:r>
              <a:rPr lang="en-US" altLang="ja-JP" dirty="0" err="1"/>
              <a:t>LeftHand</a:t>
            </a:r>
            <a:r>
              <a:rPr lang="en-US" altLang="ja-JP" dirty="0"/>
              <a:t> Interaction &gt; Select Value</a:t>
            </a:r>
            <a:r>
              <a:rPr lang="ja-JP" altLang="en-US" dirty="0"/>
              <a:t>の</a:t>
            </a:r>
            <a:r>
              <a:rPr lang="en-US" altLang="ja-JP" dirty="0"/>
              <a:t>[+]</a:t>
            </a:r>
            <a:r>
              <a:rPr lang="ja-JP" altLang="en-US" dirty="0"/>
              <a:t>から</a:t>
            </a:r>
            <a:r>
              <a:rPr lang="en-US" altLang="ja-JP" dirty="0"/>
              <a:t>Add Binding</a:t>
            </a:r>
            <a:r>
              <a:rPr lang="ja-JP" altLang="en-US" dirty="0"/>
              <a:t>を押下する。</a:t>
            </a:r>
          </a:p>
          <a:p>
            <a:pPr lvl="1"/>
            <a:r>
              <a:rPr lang="ja-JP" altLang="en-US" dirty="0"/>
              <a:t>追加された</a:t>
            </a:r>
            <a:r>
              <a:rPr lang="en-US" altLang="ja-JP" dirty="0"/>
              <a:t>&lt;No Binding&gt;</a:t>
            </a:r>
            <a:r>
              <a:rPr lang="ja-JP" altLang="en-US" dirty="0"/>
              <a:t>を選択し、</a:t>
            </a:r>
            <a:r>
              <a:rPr lang="en-US" altLang="ja-JP" dirty="0"/>
              <a:t>Binding &gt; Path</a:t>
            </a:r>
            <a:r>
              <a:rPr lang="ja-JP" altLang="en-US" dirty="0"/>
              <a:t>を「</a:t>
            </a:r>
            <a:r>
              <a:rPr lang="en-US" altLang="ja-JP" dirty="0"/>
              <a:t>XR Controller &gt; Hand Interaction(</a:t>
            </a:r>
            <a:r>
              <a:rPr lang="en-US" altLang="ja-JP" dirty="0" err="1"/>
              <a:t>OpenXR</a:t>
            </a:r>
            <a:r>
              <a:rPr lang="en-US" altLang="ja-JP" dirty="0"/>
              <a:t>) &gt; </a:t>
            </a:r>
            <a:r>
              <a:rPr lang="en-US" altLang="ja-JP" dirty="0" err="1"/>
              <a:t>GraspValue</a:t>
            </a:r>
            <a:r>
              <a:rPr lang="ja-JP" altLang="en-US" dirty="0"/>
              <a:t>」に設定する。</a:t>
            </a:r>
          </a:p>
          <a:p>
            <a:endParaRPr lang="ja-JP" altLang="en-US" dirty="0"/>
          </a:p>
          <a:p>
            <a:r>
              <a:rPr lang="en-US" altLang="ja-JP" dirty="0"/>
              <a:t>Pinch</a:t>
            </a:r>
          </a:p>
          <a:p>
            <a:pPr lvl="1"/>
            <a:r>
              <a:rPr lang="en-US" altLang="ja-JP" dirty="0"/>
              <a:t>Action Maps</a:t>
            </a:r>
            <a:r>
              <a:rPr lang="ja-JP" altLang="en-US" dirty="0"/>
              <a:t>の</a:t>
            </a:r>
            <a:r>
              <a:rPr lang="en-US" altLang="ja-JP" dirty="0"/>
              <a:t>XRI </a:t>
            </a:r>
            <a:r>
              <a:rPr lang="en-US" altLang="ja-JP" dirty="0" err="1"/>
              <a:t>LeftHand</a:t>
            </a:r>
            <a:r>
              <a:rPr lang="en-US" altLang="ja-JP" dirty="0"/>
              <a:t> Interaction &gt; Select</a:t>
            </a:r>
            <a:r>
              <a:rPr lang="ja-JP" altLang="en-US" dirty="0"/>
              <a:t>の</a:t>
            </a:r>
            <a:r>
              <a:rPr lang="en-US" altLang="ja-JP" dirty="0"/>
              <a:t>[+]</a:t>
            </a:r>
            <a:r>
              <a:rPr lang="ja-JP" altLang="en-US" dirty="0"/>
              <a:t>から</a:t>
            </a:r>
            <a:r>
              <a:rPr lang="en-US" altLang="ja-JP" dirty="0"/>
              <a:t>Add Binding</a:t>
            </a:r>
            <a:r>
              <a:rPr lang="ja-JP" altLang="en-US" dirty="0"/>
              <a:t>を押下する。</a:t>
            </a:r>
          </a:p>
          <a:p>
            <a:pPr lvl="1"/>
            <a:r>
              <a:rPr lang="ja-JP" altLang="en-US" dirty="0"/>
              <a:t>追加された</a:t>
            </a:r>
            <a:r>
              <a:rPr lang="en-US" altLang="ja-JP" dirty="0"/>
              <a:t>&lt;No Binding&gt;</a:t>
            </a:r>
            <a:r>
              <a:rPr lang="ja-JP" altLang="en-US" dirty="0"/>
              <a:t>を選択し、</a:t>
            </a:r>
            <a:r>
              <a:rPr lang="en-US" altLang="ja-JP" dirty="0"/>
              <a:t>Binding &gt; Path</a:t>
            </a:r>
            <a:r>
              <a:rPr lang="ja-JP" altLang="en-US" dirty="0"/>
              <a:t>を「</a:t>
            </a:r>
            <a:r>
              <a:rPr lang="en-US" altLang="ja-JP" dirty="0"/>
              <a:t>XR Controller &gt; Hand Interaction(</a:t>
            </a:r>
            <a:r>
              <a:rPr lang="en-US" altLang="ja-JP" dirty="0" err="1"/>
              <a:t>OpenXR</a:t>
            </a:r>
            <a:r>
              <a:rPr lang="en-US" altLang="ja-JP" dirty="0"/>
              <a:t>) &gt; </a:t>
            </a:r>
            <a:r>
              <a:rPr lang="en-US" altLang="ja-JP" dirty="0" err="1"/>
              <a:t>PinchReady</a:t>
            </a:r>
            <a:r>
              <a:rPr lang="ja-JP" altLang="en-US" dirty="0"/>
              <a:t>」に設定する。</a:t>
            </a:r>
          </a:p>
          <a:p>
            <a:pPr lvl="1"/>
            <a:r>
              <a:rPr lang="en-US" altLang="ja-JP" dirty="0"/>
              <a:t>Action Maps</a:t>
            </a:r>
            <a:r>
              <a:rPr lang="ja-JP" altLang="en-US" dirty="0"/>
              <a:t>の</a:t>
            </a:r>
            <a:r>
              <a:rPr lang="en-US" altLang="ja-JP" dirty="0"/>
              <a:t>XRI </a:t>
            </a:r>
            <a:r>
              <a:rPr lang="en-US" altLang="ja-JP" dirty="0" err="1"/>
              <a:t>LeftHand</a:t>
            </a:r>
            <a:r>
              <a:rPr lang="en-US" altLang="ja-JP" dirty="0"/>
              <a:t> Interaction &gt; Select Value</a:t>
            </a:r>
            <a:r>
              <a:rPr lang="ja-JP" altLang="en-US" dirty="0"/>
              <a:t>の</a:t>
            </a:r>
            <a:r>
              <a:rPr lang="en-US" altLang="ja-JP" dirty="0"/>
              <a:t>[+]</a:t>
            </a:r>
            <a:r>
              <a:rPr lang="ja-JP" altLang="en-US" dirty="0"/>
              <a:t>から</a:t>
            </a:r>
            <a:r>
              <a:rPr lang="en-US" altLang="ja-JP" dirty="0"/>
              <a:t>Add Binding</a:t>
            </a:r>
            <a:r>
              <a:rPr lang="ja-JP" altLang="en-US" dirty="0"/>
              <a:t>を押下する。</a:t>
            </a:r>
          </a:p>
          <a:p>
            <a:pPr lvl="1"/>
            <a:r>
              <a:rPr lang="ja-JP" altLang="en-US" dirty="0"/>
              <a:t>追加された</a:t>
            </a:r>
            <a:r>
              <a:rPr lang="en-US" altLang="ja-JP" dirty="0"/>
              <a:t>&lt;No Binding&gt;</a:t>
            </a:r>
            <a:r>
              <a:rPr lang="ja-JP" altLang="en-US" dirty="0"/>
              <a:t>を選択し、</a:t>
            </a:r>
            <a:r>
              <a:rPr lang="en-US" altLang="ja-JP" dirty="0"/>
              <a:t>Binding &gt; Path</a:t>
            </a:r>
            <a:r>
              <a:rPr lang="ja-JP" altLang="en-US" dirty="0"/>
              <a:t>を「</a:t>
            </a:r>
            <a:r>
              <a:rPr lang="en-US" altLang="ja-JP" dirty="0"/>
              <a:t>XR Controller &gt; Hand Interaction(</a:t>
            </a:r>
            <a:r>
              <a:rPr lang="en-US" altLang="ja-JP" dirty="0" err="1"/>
              <a:t>OpenXR</a:t>
            </a:r>
            <a:r>
              <a:rPr lang="en-US" altLang="ja-JP" dirty="0"/>
              <a:t>) &gt; </a:t>
            </a:r>
            <a:r>
              <a:rPr lang="en-US" altLang="ja-JP" dirty="0" err="1"/>
              <a:t>PinchValue</a:t>
            </a:r>
            <a:r>
              <a:rPr lang="ja-JP" altLang="en-US" dirty="0"/>
              <a:t>」に設定する。</a:t>
            </a:r>
          </a:p>
        </p:txBody>
      </p:sp>
    </p:spTree>
    <p:extLst>
      <p:ext uri="{BB962C8B-B14F-4D97-AF65-F5344CB8AC3E}">
        <p14:creationId xmlns:p14="http://schemas.microsoft.com/office/powerpoint/2010/main" val="3903558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err="1"/>
              <a:t>RightHand</a:t>
            </a:r>
            <a:r>
              <a:rPr lang="en-US" altLang="ja-JP" dirty="0"/>
              <a:t> Interaction</a:t>
            </a:r>
            <a:endParaRPr kumimoji="1" lang="ja-JP" altLang="en-US" dirty="0"/>
          </a:p>
        </p:txBody>
      </p:sp>
      <p:sp>
        <p:nvSpPr>
          <p:cNvPr id="3" name="コンテンツ プレースホルダー 2"/>
          <p:cNvSpPr>
            <a:spLocks noGrp="1"/>
          </p:cNvSpPr>
          <p:nvPr>
            <p:ph idx="1"/>
          </p:nvPr>
        </p:nvSpPr>
        <p:spPr/>
        <p:txBody>
          <a:bodyPr>
            <a:normAutofit/>
          </a:bodyPr>
          <a:lstStyle/>
          <a:p>
            <a:r>
              <a:rPr lang="en-US" altLang="ja-JP" dirty="0"/>
              <a:t>Grasp</a:t>
            </a:r>
          </a:p>
          <a:p>
            <a:pPr lvl="1"/>
            <a:r>
              <a:rPr lang="en-US" altLang="ja-JP" dirty="0"/>
              <a:t>Action Maps</a:t>
            </a:r>
            <a:r>
              <a:rPr lang="ja-JP" altLang="en-US" dirty="0"/>
              <a:t>の</a:t>
            </a:r>
            <a:r>
              <a:rPr lang="en-US" altLang="ja-JP" dirty="0"/>
              <a:t>XRI </a:t>
            </a:r>
            <a:r>
              <a:rPr lang="en-US" altLang="ja-JP" dirty="0" err="1"/>
              <a:t>RightHand</a:t>
            </a:r>
            <a:r>
              <a:rPr lang="en-US" altLang="ja-JP" dirty="0"/>
              <a:t> Interaction &gt; Select</a:t>
            </a:r>
            <a:r>
              <a:rPr lang="ja-JP" altLang="en-US" dirty="0"/>
              <a:t>の</a:t>
            </a:r>
            <a:r>
              <a:rPr lang="en-US" altLang="ja-JP" dirty="0"/>
              <a:t>[+]</a:t>
            </a:r>
            <a:r>
              <a:rPr lang="ja-JP" altLang="en-US" dirty="0"/>
              <a:t>から</a:t>
            </a:r>
            <a:r>
              <a:rPr lang="en-US" altLang="ja-JP" dirty="0"/>
              <a:t>Add Binding</a:t>
            </a:r>
            <a:r>
              <a:rPr lang="ja-JP" altLang="en-US" dirty="0"/>
              <a:t>を押下する。</a:t>
            </a:r>
          </a:p>
          <a:p>
            <a:pPr lvl="1"/>
            <a:r>
              <a:rPr lang="ja-JP" altLang="en-US" dirty="0"/>
              <a:t>追加された</a:t>
            </a:r>
            <a:r>
              <a:rPr lang="en-US" altLang="ja-JP" dirty="0"/>
              <a:t>&lt;No Binding&gt;</a:t>
            </a:r>
            <a:r>
              <a:rPr lang="ja-JP" altLang="en-US" dirty="0"/>
              <a:t>を選択し、</a:t>
            </a:r>
            <a:r>
              <a:rPr lang="en-US" altLang="ja-JP" dirty="0"/>
              <a:t>Binding &gt; Path</a:t>
            </a:r>
            <a:r>
              <a:rPr lang="ja-JP" altLang="en-US" dirty="0"/>
              <a:t>を「</a:t>
            </a:r>
            <a:r>
              <a:rPr lang="en-US" altLang="ja-JP" dirty="0"/>
              <a:t>XR Controller &gt; Hand Interaction(</a:t>
            </a:r>
            <a:r>
              <a:rPr lang="en-US" altLang="ja-JP" dirty="0" err="1"/>
              <a:t>OpenXR</a:t>
            </a:r>
            <a:r>
              <a:rPr lang="en-US" altLang="ja-JP" dirty="0"/>
              <a:t>) &gt; </a:t>
            </a:r>
            <a:r>
              <a:rPr lang="en-US" altLang="ja-JP" dirty="0" err="1"/>
              <a:t>GraspReady</a:t>
            </a:r>
            <a:r>
              <a:rPr lang="ja-JP" altLang="en-US" dirty="0"/>
              <a:t>」に設定する。</a:t>
            </a:r>
          </a:p>
          <a:p>
            <a:pPr lvl="1"/>
            <a:r>
              <a:rPr lang="en-US" altLang="ja-JP" dirty="0"/>
              <a:t>Action Maps</a:t>
            </a:r>
            <a:r>
              <a:rPr lang="ja-JP" altLang="en-US" dirty="0"/>
              <a:t>の</a:t>
            </a:r>
            <a:r>
              <a:rPr lang="en-US" altLang="ja-JP" dirty="0"/>
              <a:t>XRI </a:t>
            </a:r>
            <a:r>
              <a:rPr lang="en-US" altLang="ja-JP" dirty="0" err="1"/>
              <a:t>RightHand</a:t>
            </a:r>
            <a:r>
              <a:rPr lang="en-US" altLang="ja-JP" dirty="0"/>
              <a:t> Interaction &gt; Select Value</a:t>
            </a:r>
            <a:r>
              <a:rPr lang="ja-JP" altLang="en-US" dirty="0"/>
              <a:t>の</a:t>
            </a:r>
            <a:r>
              <a:rPr lang="en-US" altLang="ja-JP" dirty="0"/>
              <a:t>[+]</a:t>
            </a:r>
            <a:r>
              <a:rPr lang="ja-JP" altLang="en-US" dirty="0"/>
              <a:t>から</a:t>
            </a:r>
            <a:r>
              <a:rPr lang="en-US" altLang="ja-JP" dirty="0"/>
              <a:t>Add Binding</a:t>
            </a:r>
            <a:r>
              <a:rPr lang="ja-JP" altLang="en-US" dirty="0"/>
              <a:t>を押下する。</a:t>
            </a:r>
          </a:p>
          <a:p>
            <a:pPr lvl="1"/>
            <a:r>
              <a:rPr lang="ja-JP" altLang="en-US" dirty="0"/>
              <a:t>追加された</a:t>
            </a:r>
            <a:r>
              <a:rPr lang="en-US" altLang="ja-JP" dirty="0"/>
              <a:t>&lt;No Binding&gt;</a:t>
            </a:r>
            <a:r>
              <a:rPr lang="ja-JP" altLang="en-US" dirty="0"/>
              <a:t>を選択し、</a:t>
            </a:r>
            <a:r>
              <a:rPr lang="en-US" altLang="ja-JP" dirty="0"/>
              <a:t>Binding &gt; Path</a:t>
            </a:r>
            <a:r>
              <a:rPr lang="ja-JP" altLang="en-US" dirty="0"/>
              <a:t>を「</a:t>
            </a:r>
            <a:r>
              <a:rPr lang="en-US" altLang="ja-JP" dirty="0"/>
              <a:t>XR Controller &gt; Hand Interaction(</a:t>
            </a:r>
            <a:r>
              <a:rPr lang="en-US" altLang="ja-JP" dirty="0" err="1"/>
              <a:t>OpenXR</a:t>
            </a:r>
            <a:r>
              <a:rPr lang="en-US" altLang="ja-JP" dirty="0"/>
              <a:t>) &gt; </a:t>
            </a:r>
            <a:r>
              <a:rPr lang="en-US" altLang="ja-JP" dirty="0" err="1"/>
              <a:t>GraspValue</a:t>
            </a:r>
            <a:r>
              <a:rPr lang="ja-JP" altLang="en-US" dirty="0"/>
              <a:t>」に設定する。</a:t>
            </a:r>
            <a:endParaRPr lang="en-US" altLang="ja-JP" dirty="0"/>
          </a:p>
          <a:p>
            <a:pPr lvl="1"/>
            <a:endParaRPr lang="ja-JP" altLang="en-US" dirty="0"/>
          </a:p>
          <a:p>
            <a:r>
              <a:rPr lang="en-US" altLang="ja-JP" dirty="0"/>
              <a:t>Pinch</a:t>
            </a:r>
          </a:p>
          <a:p>
            <a:pPr lvl="1"/>
            <a:r>
              <a:rPr lang="en-US" altLang="ja-JP" dirty="0"/>
              <a:t>Action Maps</a:t>
            </a:r>
            <a:r>
              <a:rPr lang="ja-JP" altLang="en-US" dirty="0"/>
              <a:t>の</a:t>
            </a:r>
            <a:r>
              <a:rPr lang="en-US" altLang="ja-JP" dirty="0"/>
              <a:t>XRI </a:t>
            </a:r>
            <a:r>
              <a:rPr lang="en-US" altLang="ja-JP" dirty="0" err="1"/>
              <a:t>RightHand</a:t>
            </a:r>
            <a:r>
              <a:rPr lang="en-US" altLang="ja-JP" dirty="0"/>
              <a:t> Interaction &gt; Select</a:t>
            </a:r>
            <a:r>
              <a:rPr lang="ja-JP" altLang="en-US" dirty="0"/>
              <a:t>の</a:t>
            </a:r>
            <a:r>
              <a:rPr lang="en-US" altLang="ja-JP" dirty="0"/>
              <a:t>[+]</a:t>
            </a:r>
            <a:r>
              <a:rPr lang="ja-JP" altLang="en-US" dirty="0"/>
              <a:t>から</a:t>
            </a:r>
            <a:r>
              <a:rPr lang="en-US" altLang="ja-JP" dirty="0"/>
              <a:t>Add Binding</a:t>
            </a:r>
            <a:r>
              <a:rPr lang="ja-JP" altLang="en-US" dirty="0"/>
              <a:t>を押下する。</a:t>
            </a:r>
          </a:p>
          <a:p>
            <a:pPr lvl="1"/>
            <a:r>
              <a:rPr lang="ja-JP" altLang="en-US" dirty="0"/>
              <a:t>追加された</a:t>
            </a:r>
            <a:r>
              <a:rPr lang="en-US" altLang="ja-JP" dirty="0"/>
              <a:t>&lt;No Binding&gt;</a:t>
            </a:r>
            <a:r>
              <a:rPr lang="ja-JP" altLang="en-US" dirty="0"/>
              <a:t>を選択し、</a:t>
            </a:r>
            <a:r>
              <a:rPr lang="en-US" altLang="ja-JP" dirty="0"/>
              <a:t>Binding &gt; Path</a:t>
            </a:r>
            <a:r>
              <a:rPr lang="ja-JP" altLang="en-US" dirty="0"/>
              <a:t>を「</a:t>
            </a:r>
            <a:r>
              <a:rPr lang="en-US" altLang="ja-JP" dirty="0"/>
              <a:t>XR Controller &gt; Hand Interaction(</a:t>
            </a:r>
            <a:r>
              <a:rPr lang="en-US" altLang="ja-JP" dirty="0" err="1"/>
              <a:t>OpenXR</a:t>
            </a:r>
            <a:r>
              <a:rPr lang="en-US" altLang="ja-JP" dirty="0"/>
              <a:t>) &gt; </a:t>
            </a:r>
            <a:r>
              <a:rPr lang="en-US" altLang="ja-JP" dirty="0" err="1"/>
              <a:t>PinchReady</a:t>
            </a:r>
            <a:r>
              <a:rPr lang="ja-JP" altLang="en-US" dirty="0"/>
              <a:t>」に設定する。</a:t>
            </a:r>
          </a:p>
          <a:p>
            <a:pPr lvl="1"/>
            <a:r>
              <a:rPr lang="en-US" altLang="ja-JP" dirty="0"/>
              <a:t>Action Maps</a:t>
            </a:r>
            <a:r>
              <a:rPr lang="ja-JP" altLang="en-US" dirty="0"/>
              <a:t>の</a:t>
            </a:r>
            <a:r>
              <a:rPr lang="en-US" altLang="ja-JP" dirty="0"/>
              <a:t>XRI </a:t>
            </a:r>
            <a:r>
              <a:rPr lang="en-US" altLang="ja-JP" dirty="0" err="1"/>
              <a:t>RightHand</a:t>
            </a:r>
            <a:r>
              <a:rPr lang="en-US" altLang="ja-JP" dirty="0"/>
              <a:t> Interaction &gt; Select Value</a:t>
            </a:r>
            <a:r>
              <a:rPr lang="ja-JP" altLang="en-US" dirty="0"/>
              <a:t>の</a:t>
            </a:r>
            <a:r>
              <a:rPr lang="en-US" altLang="ja-JP" dirty="0"/>
              <a:t>[+]</a:t>
            </a:r>
            <a:r>
              <a:rPr lang="ja-JP" altLang="en-US" dirty="0"/>
              <a:t>から</a:t>
            </a:r>
            <a:r>
              <a:rPr lang="en-US" altLang="ja-JP" dirty="0"/>
              <a:t>Add Binding</a:t>
            </a:r>
            <a:r>
              <a:rPr lang="ja-JP" altLang="en-US" dirty="0"/>
              <a:t>を押下する。</a:t>
            </a:r>
          </a:p>
          <a:p>
            <a:pPr lvl="1"/>
            <a:r>
              <a:rPr lang="ja-JP" altLang="en-US" dirty="0"/>
              <a:t>追加された</a:t>
            </a:r>
            <a:r>
              <a:rPr lang="en-US" altLang="ja-JP" dirty="0"/>
              <a:t>&lt;No Binding&gt;</a:t>
            </a:r>
            <a:r>
              <a:rPr lang="ja-JP" altLang="en-US" dirty="0"/>
              <a:t>を選択し、</a:t>
            </a:r>
            <a:r>
              <a:rPr lang="en-US" altLang="ja-JP" dirty="0"/>
              <a:t>Binding &gt; Path</a:t>
            </a:r>
            <a:r>
              <a:rPr lang="ja-JP" altLang="en-US" dirty="0"/>
              <a:t>を「</a:t>
            </a:r>
            <a:r>
              <a:rPr lang="en-US" altLang="ja-JP" dirty="0"/>
              <a:t>XR Controller &gt; Hand Interaction(</a:t>
            </a:r>
            <a:r>
              <a:rPr lang="en-US" altLang="ja-JP" dirty="0" err="1"/>
              <a:t>OpenXR</a:t>
            </a:r>
            <a:r>
              <a:rPr lang="en-US" altLang="ja-JP" dirty="0"/>
              <a:t>) &gt; </a:t>
            </a:r>
            <a:r>
              <a:rPr lang="en-US" altLang="ja-JP" dirty="0" err="1"/>
              <a:t>PinchValue</a:t>
            </a:r>
            <a:r>
              <a:rPr lang="ja-JP" altLang="en-US" dirty="0"/>
              <a:t>」に設定する。</a:t>
            </a:r>
            <a:endParaRPr kumimoji="1" lang="ja-JP" altLang="en-US" dirty="0"/>
          </a:p>
        </p:txBody>
      </p:sp>
    </p:spTree>
    <p:extLst>
      <p:ext uri="{BB962C8B-B14F-4D97-AF65-F5344CB8AC3E}">
        <p14:creationId xmlns:p14="http://schemas.microsoft.com/office/powerpoint/2010/main" val="1760935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キューブの設定</a:t>
            </a:r>
            <a:endParaRPr kumimoji="1" lang="ja-JP" altLang="en-US" dirty="0"/>
          </a:p>
        </p:txBody>
      </p:sp>
      <p:sp>
        <p:nvSpPr>
          <p:cNvPr id="3" name="コンテンツ プレースホルダー 2"/>
          <p:cNvSpPr>
            <a:spLocks noGrp="1"/>
          </p:cNvSpPr>
          <p:nvPr>
            <p:ph idx="1"/>
          </p:nvPr>
        </p:nvSpPr>
        <p:spPr/>
        <p:txBody>
          <a:bodyPr/>
          <a:lstStyle/>
          <a:p>
            <a:r>
              <a:rPr lang="ja-JP" altLang="en-US" dirty="0"/>
              <a:t>オブジェクト側でインタラクトできるように設定する。</a:t>
            </a:r>
          </a:p>
          <a:p>
            <a:pPr lvl="1"/>
            <a:r>
              <a:rPr lang="en-US" altLang="ja-JP" dirty="0"/>
              <a:t>Hierarchy</a:t>
            </a:r>
            <a:r>
              <a:rPr lang="ja-JP" altLang="en-US" dirty="0"/>
              <a:t>の</a:t>
            </a:r>
            <a:r>
              <a:rPr lang="en-US" altLang="ja-JP" dirty="0"/>
              <a:t>Cube</a:t>
            </a:r>
            <a:r>
              <a:rPr lang="ja-JP" altLang="en-US" dirty="0"/>
              <a:t>を選択し、</a:t>
            </a:r>
            <a:r>
              <a:rPr lang="en-US" altLang="ja-JP" dirty="0"/>
              <a:t>Inspector</a:t>
            </a:r>
            <a:r>
              <a:rPr lang="ja-JP" altLang="en-US" dirty="0"/>
              <a:t>の</a:t>
            </a:r>
            <a:r>
              <a:rPr lang="en-US" altLang="ja-JP" dirty="0"/>
              <a:t>Add </a:t>
            </a:r>
            <a:r>
              <a:rPr lang="en-US" altLang="ja-JP" dirty="0" err="1"/>
              <a:t>Componenet</a:t>
            </a:r>
            <a:r>
              <a:rPr lang="ja-JP" altLang="en-US" dirty="0"/>
              <a:t>から</a:t>
            </a:r>
            <a:r>
              <a:rPr lang="en-US" altLang="ja-JP" dirty="0">
                <a:solidFill>
                  <a:srgbClr val="FF0000"/>
                </a:solidFill>
              </a:rPr>
              <a:t>XR Grab </a:t>
            </a:r>
            <a:r>
              <a:rPr lang="en-US" altLang="ja-JP" dirty="0" err="1">
                <a:solidFill>
                  <a:srgbClr val="FF0000"/>
                </a:solidFill>
              </a:rPr>
              <a:t>Interactable</a:t>
            </a:r>
            <a:r>
              <a:rPr lang="ja-JP" altLang="en-US" dirty="0"/>
              <a:t>を追加する</a:t>
            </a:r>
          </a:p>
          <a:p>
            <a:pPr lvl="1"/>
            <a:r>
              <a:rPr lang="en-US" altLang="ja-JP" dirty="0" err="1"/>
              <a:t>Rigidbody</a:t>
            </a:r>
            <a:r>
              <a:rPr lang="ja-JP" altLang="en-US" dirty="0"/>
              <a:t>の </a:t>
            </a:r>
            <a:r>
              <a:rPr lang="en-US" altLang="ja-JP" dirty="0">
                <a:solidFill>
                  <a:srgbClr val="FF0000"/>
                </a:solidFill>
              </a:rPr>
              <a:t>Use Gravity</a:t>
            </a:r>
            <a:r>
              <a:rPr lang="ja-JP" altLang="en-US" dirty="0">
                <a:solidFill>
                  <a:srgbClr val="FF0000"/>
                </a:solidFill>
              </a:rPr>
              <a:t>のチェックを外す</a:t>
            </a:r>
            <a:endParaRPr lang="ja-JP" altLang="en-US" dirty="0"/>
          </a:p>
          <a:p>
            <a:pPr lvl="1"/>
            <a:r>
              <a:rPr lang="en-US" altLang="ja-JP" dirty="0" err="1"/>
              <a:t>Rigidbody</a:t>
            </a:r>
            <a:r>
              <a:rPr lang="ja-JP" altLang="en-US" dirty="0"/>
              <a:t>の </a:t>
            </a:r>
            <a:r>
              <a:rPr lang="en-US" altLang="ja-JP" dirty="0">
                <a:solidFill>
                  <a:srgbClr val="FF0000"/>
                </a:solidFill>
              </a:rPr>
              <a:t>Is Kinematic</a:t>
            </a:r>
            <a:r>
              <a:rPr lang="ja-JP" altLang="en-US" dirty="0">
                <a:solidFill>
                  <a:srgbClr val="FF0000"/>
                </a:solidFill>
              </a:rPr>
              <a:t>のチェックを入れる</a:t>
            </a:r>
            <a:endParaRPr lang="en-US" altLang="ja-JP" dirty="0"/>
          </a:p>
          <a:p>
            <a:pPr lvl="1"/>
            <a:r>
              <a:rPr lang="en-US" altLang="ja-JP" dirty="0"/>
              <a:t>XR Grab </a:t>
            </a:r>
            <a:r>
              <a:rPr lang="en-US" altLang="ja-JP" dirty="0" err="1"/>
              <a:t>Interactable</a:t>
            </a:r>
            <a:r>
              <a:rPr lang="ja-JP" altLang="en-US" dirty="0"/>
              <a:t>の </a:t>
            </a:r>
            <a:r>
              <a:rPr lang="en-US" altLang="ja-JP" dirty="0">
                <a:solidFill>
                  <a:srgbClr val="FF0000"/>
                </a:solidFill>
              </a:rPr>
              <a:t>Throw on Detach</a:t>
            </a:r>
            <a:r>
              <a:rPr lang="ja-JP" altLang="en-US" dirty="0">
                <a:solidFill>
                  <a:srgbClr val="FF0000"/>
                </a:solidFill>
              </a:rPr>
              <a:t>のチェックを外す</a:t>
            </a:r>
            <a:endParaRPr lang="en-US" altLang="ja-JP" dirty="0"/>
          </a:p>
          <a:p>
            <a:pPr lvl="1"/>
            <a:endParaRPr kumimoji="1" lang="en-US" altLang="ja-JP" dirty="0"/>
          </a:p>
          <a:p>
            <a:pPr lvl="1"/>
            <a:endParaRPr kumimoji="1" lang="ja-JP" altLang="en-US" dirty="0"/>
          </a:p>
        </p:txBody>
      </p:sp>
    </p:spTree>
    <p:extLst>
      <p:ext uri="{BB962C8B-B14F-4D97-AF65-F5344CB8AC3E}">
        <p14:creationId xmlns:p14="http://schemas.microsoft.com/office/powerpoint/2010/main" val="482245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ターゲットをトラッキングする機能の追加</a:t>
            </a:r>
            <a:endParaRPr kumimoji="1" lang="ja-JP" altLang="en-US" dirty="0"/>
          </a:p>
        </p:txBody>
      </p:sp>
      <p:sp>
        <p:nvSpPr>
          <p:cNvPr id="3" name="テキスト プレースホルダー 2"/>
          <p:cNvSpPr>
            <a:spLocks noGrp="1"/>
          </p:cNvSpPr>
          <p:nvPr>
            <p:ph type="body" idx="1"/>
          </p:nvPr>
        </p:nvSpPr>
        <p:spPr/>
        <p:txBody>
          <a:bodyPr/>
          <a:lstStyle/>
          <a:p>
            <a:r>
              <a:rPr lang="ja-JP" altLang="en-US" dirty="0"/>
              <a:t>マーカ（ターゲット）の上にカプセルを重畳表示することができる</a:t>
            </a:r>
            <a:endParaRPr kumimoji="1" lang="ja-JP" altLang="en-US" dirty="0"/>
          </a:p>
        </p:txBody>
      </p:sp>
    </p:spTree>
    <p:extLst>
      <p:ext uri="{BB962C8B-B14F-4D97-AF65-F5344CB8AC3E}">
        <p14:creationId xmlns:p14="http://schemas.microsoft.com/office/powerpoint/2010/main" val="2904922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a:t>ターゲットを表示する</a:t>
            </a:r>
            <a:endParaRPr lang="ja-JP" altLang="en-US" dirty="0"/>
          </a:p>
        </p:txBody>
      </p:sp>
      <p:sp>
        <p:nvSpPr>
          <p:cNvPr id="5" name="コンテンツ プレースホルダー 4"/>
          <p:cNvSpPr>
            <a:spLocks noGrp="1"/>
          </p:cNvSpPr>
          <p:nvPr>
            <p:ph idx="1"/>
          </p:nvPr>
        </p:nvSpPr>
        <p:spPr/>
        <p:txBody>
          <a:bodyPr/>
          <a:lstStyle/>
          <a:p>
            <a:r>
              <a:rPr lang="en-US" altLang="ja-JP" dirty="0"/>
              <a:t>Project</a:t>
            </a:r>
            <a:r>
              <a:rPr lang="ja-JP" altLang="en-US" dirty="0"/>
              <a:t>の</a:t>
            </a:r>
            <a:r>
              <a:rPr lang="en-US" altLang="ja-JP" dirty="0"/>
              <a:t>Assets/MREAL </a:t>
            </a:r>
            <a:r>
              <a:rPr lang="en-US" altLang="ja-JP" dirty="0" err="1"/>
              <a:t>OpenXR</a:t>
            </a:r>
            <a:r>
              <a:rPr lang="en-US" altLang="ja-JP" dirty="0"/>
              <a:t> Plugin/Prefabs/</a:t>
            </a:r>
            <a:r>
              <a:rPr lang="en-US" altLang="ja-JP" dirty="0" err="1"/>
              <a:t>TargerManager.prefab</a:t>
            </a:r>
            <a:r>
              <a:rPr lang="ja-JP" altLang="en-US" dirty="0"/>
              <a:t>を</a:t>
            </a:r>
            <a:r>
              <a:rPr lang="en-US" altLang="ja-JP" dirty="0"/>
              <a:t>Hierarchy</a:t>
            </a:r>
            <a:r>
              <a:rPr lang="ja-JP" altLang="en-US" dirty="0"/>
              <a:t>に追加する</a:t>
            </a:r>
            <a:endParaRPr lang="en-US" altLang="ja-JP" dirty="0"/>
          </a:p>
          <a:p>
            <a:r>
              <a:rPr lang="en-US" altLang="ja-JP" dirty="0"/>
              <a:t>Project</a:t>
            </a:r>
            <a:r>
              <a:rPr lang="ja-JP" altLang="en-US" dirty="0"/>
              <a:t>の</a:t>
            </a:r>
            <a:r>
              <a:rPr lang="en-US" altLang="ja-JP" dirty="0"/>
              <a:t>Assets/MREAL </a:t>
            </a:r>
            <a:r>
              <a:rPr lang="en-US" altLang="ja-JP" dirty="0" err="1"/>
              <a:t>OpenXR</a:t>
            </a:r>
            <a:r>
              <a:rPr lang="en-US" altLang="ja-JP" dirty="0"/>
              <a:t> Plugin/Prefabs/</a:t>
            </a:r>
            <a:r>
              <a:rPr lang="en-US" altLang="ja-JP" dirty="0" err="1"/>
              <a:t>TargetText.prefab</a:t>
            </a:r>
            <a:r>
              <a:rPr lang="ja-JP" altLang="en-US" dirty="0"/>
              <a:t>を選択し、「</a:t>
            </a:r>
            <a:r>
              <a:rPr lang="en-US" altLang="ja-JP" dirty="0"/>
              <a:t>Import TMP Essentials</a:t>
            </a:r>
            <a:r>
              <a:rPr lang="ja-JP" altLang="en-US" dirty="0"/>
              <a:t>」を選択する</a:t>
            </a:r>
            <a:endParaRPr lang="en-US" altLang="ja-JP" dirty="0"/>
          </a:p>
          <a:p>
            <a:r>
              <a:rPr lang="en-US" altLang="ja-JP" dirty="0"/>
              <a:t>Hierarchy</a:t>
            </a:r>
            <a:r>
              <a:rPr lang="ja-JP" altLang="en-US" dirty="0"/>
              <a:t>の</a:t>
            </a:r>
            <a:r>
              <a:rPr lang="en-US" altLang="ja-JP" dirty="0" err="1"/>
              <a:t>TargerManager</a:t>
            </a:r>
            <a:r>
              <a:rPr lang="ja-JP" altLang="en-US" dirty="0"/>
              <a:t>を選択し、</a:t>
            </a:r>
            <a:r>
              <a:rPr lang="en-US" altLang="ja-JP" dirty="0"/>
              <a:t>Inspector</a:t>
            </a:r>
            <a:r>
              <a:rPr lang="ja-JP" altLang="en-US" dirty="0"/>
              <a:t>からターゲット</a:t>
            </a:r>
            <a:r>
              <a:rPr lang="en-US" altLang="ja-JP" dirty="0"/>
              <a:t>ID</a:t>
            </a:r>
            <a:r>
              <a:rPr lang="ja-JP" altLang="en-US" dirty="0"/>
              <a:t>ごとに表示させたいオブジェクトとテキストのプレハブをドラッグアンドドロップで追加する</a:t>
            </a:r>
            <a:endParaRPr lang="en-US" altLang="ja-JP" dirty="0"/>
          </a:p>
          <a:p>
            <a:r>
              <a:rPr lang="en-US" altLang="ja-JP" dirty="0"/>
              <a:t>Note</a:t>
            </a:r>
          </a:p>
          <a:p>
            <a:r>
              <a:rPr lang="ja-JP" altLang="en-US" dirty="0"/>
              <a:t>本サンプルではオブジェクトにターゲットの座標軸、テキストにターゲットの</a:t>
            </a:r>
            <a:r>
              <a:rPr lang="en-US" altLang="ja-JP" dirty="0"/>
              <a:t>ID</a:t>
            </a:r>
            <a:r>
              <a:rPr lang="ja-JP" altLang="en-US" dirty="0"/>
              <a:t>を設定している。テキストは任意の内容を設定可能で、空欄の場合、ターゲットの</a:t>
            </a:r>
            <a:r>
              <a:rPr lang="en-US" altLang="ja-JP" dirty="0"/>
              <a:t>ID</a:t>
            </a:r>
            <a:r>
              <a:rPr lang="ja-JP" altLang="en-US"/>
              <a:t>が自動で設定される。</a:t>
            </a:r>
          </a:p>
          <a:p>
            <a:endParaRPr lang="ja-JP" altLang="en-US" dirty="0"/>
          </a:p>
        </p:txBody>
      </p:sp>
    </p:spTree>
    <p:extLst>
      <p:ext uri="{BB962C8B-B14F-4D97-AF65-F5344CB8AC3E}">
        <p14:creationId xmlns:p14="http://schemas.microsoft.com/office/powerpoint/2010/main" val="2201560899"/>
      </p:ext>
    </p:extLst>
  </p:cSld>
  <p:clrMapOvr>
    <a:masterClrMapping/>
  </p:clrMapOvr>
</p:sld>
</file>

<file path=ppt/theme/theme1.xml><?xml version="1.0" encoding="utf-8"?>
<a:theme xmlns:a="http://schemas.openxmlformats.org/drawingml/2006/main" name="iCGワークシート（マス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iVR学習スライド2026</Template>
  <TotalTime>4130</TotalTime>
  <Words>1473</Words>
  <Application>Microsoft Office PowerPoint</Application>
  <PresentationFormat>ワイド画面</PresentationFormat>
  <Paragraphs>161</Paragraphs>
  <Slides>18</Slides>
  <Notes>0</Notes>
  <HiddenSlides>0</HiddenSlides>
  <MMClips>0</MMClips>
  <ScaleCrop>false</ScaleCrop>
  <HeadingPairs>
    <vt:vector size="4" baseType="variant">
      <vt:variant>
        <vt:lpstr>テーマ</vt:lpstr>
      </vt:variant>
      <vt:variant>
        <vt:i4>1</vt:i4>
      </vt:variant>
      <vt:variant>
        <vt:lpstr>スライド タイトル</vt:lpstr>
      </vt:variant>
      <vt:variant>
        <vt:i4>18</vt:i4>
      </vt:variant>
    </vt:vector>
  </HeadingPairs>
  <TitlesOfParts>
    <vt:vector size="19" baseType="lpstr">
      <vt:lpstr>iCGワークシート（マスタ）</vt:lpstr>
      <vt:lpstr>MREAL_OpenXR_for_Unity </vt:lpstr>
      <vt:lpstr>開発環境要件</vt:lpstr>
      <vt:lpstr>MREAL Configuration Toolでの基本設定</vt:lpstr>
      <vt:lpstr>MREAL Configuration Toolでの基本設定</vt:lpstr>
      <vt:lpstr>Unityプロジェクトの作成と基本設定</vt:lpstr>
      <vt:lpstr>Unityプロジェクトを作成し、パッケージを導入する</vt:lpstr>
      <vt:lpstr>プロジェクトの設定</vt:lpstr>
      <vt:lpstr>基本的な空間設定</vt:lpstr>
      <vt:lpstr>基本機能の実装</vt:lpstr>
      <vt:lpstr>MREAL Displayで実写映像が表示できるように設定する</vt:lpstr>
      <vt:lpstr>不要なオブジェクトを無効化する</vt:lpstr>
      <vt:lpstr>ハンドインタラクション機能の追加</vt:lpstr>
      <vt:lpstr>ハンドの設定</vt:lpstr>
      <vt:lpstr>LeftHand Interaction</vt:lpstr>
      <vt:lpstr>RightHand Interaction</vt:lpstr>
      <vt:lpstr>キューブの設定</vt:lpstr>
      <vt:lpstr>ターゲットをトラッキングする機能の追加</vt:lpstr>
      <vt:lpstr>ターゲットを表示する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vruser</dc:creator>
  <cp:lastModifiedBy>vruser</cp:lastModifiedBy>
  <cp:revision>34</cp:revision>
  <dcterms:created xsi:type="dcterms:W3CDTF">2026-09-12T12:06:49Z</dcterms:created>
  <dcterms:modified xsi:type="dcterms:W3CDTF">2026-09-25T10:42:04Z</dcterms:modified>
</cp:coreProperties>
</file>